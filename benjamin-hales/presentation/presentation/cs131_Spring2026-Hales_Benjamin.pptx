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to Artificial Intelligence and Machine Learning" id="{61FB88CE-F6ED-4FAC-8606-CB22B91FBB26}">
          <p14:sldIdLst>
            <p14:sldId id="2561"/>
          </p14:sldIdLst>
        </p14:section>
        <p14:section name="Foundations, Methods, and Future of AI" id="{434FD6D2-142D-412C-85DB-B81EB90780C5}">
          <p14:sldIdLst>
            <p14:sldId id="2562"/>
            <p14:sldId id="2563"/>
            <p14:sldId id="2564"/>
            <p14:sldId id="2565"/>
            <p14:sldId id="2566"/>
            <p14:sldId id="2567"/>
            <p14:sldId id="2568"/>
            <p14:sldId id="2569"/>
            <p14:sldId id="2570"/>
            <p14:sldId id="2571"/>
            <p14:sldId id="2572"/>
            <p14:sldId id="2573"/>
            <p14:sldId id="2574"/>
            <p14:sldId id="2575"/>
            <p14:sldId id="25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8DFDC2-6DDC-AEB2-CEA2-112CE701322E}" v="393" dt="2026-05-19T18:59:56.0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8D47ED-8C15-4376-B404-1733AE07BB69}" type="datetimeFigureOut">
              <a:t>5/19/2026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845FCD-637B-4B35-9A3F-02494F1E24F8}" type="slidenum">
              <a:t>‹#›</a:t>
            </a:fld>
            <a:endParaRPr lang="en-US"/>
          </a:p>
        </p:txBody>
      </p:sp>
    </p:spTree>
    <p:extLst>
      <p:ext uri="{BB962C8B-B14F-4D97-AF65-F5344CB8AC3E}">
        <p14:creationId xmlns:p14="http://schemas.microsoft.com/office/powerpoint/2010/main" val="2755178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452F2579-15E4-4625-9584-CD4A378BBFF3}" type="slidenum">
              <a:t>1</a:t>
            </a:fld>
            <a:endParaRPr lang="en-US"/>
          </a:p>
        </p:txBody>
      </p:sp>
    </p:spTree>
    <p:extLst>
      <p:ext uri="{BB962C8B-B14F-4D97-AF65-F5344CB8AC3E}">
        <p14:creationId xmlns:p14="http://schemas.microsoft.com/office/powerpoint/2010/main" val="19752723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Introduction to Artificial Intelligence and Machine Learning, Historical Evolution from Rule-Based Logic to Learning Systems, Understanding the Hierarchy: AI, Machine Learning, and Deep Learning, Traditional Programming Versus Machine Learning Paradigms, Data as the Fundamental Fuel of Intelligent Systems, Supervised Learning and the Role of Labeled Examples, Unsupervised Learning and Discovery of Hidden Structure, Reinforcement Learning and Reward-Based Optimization, Feature Engineering and the Model Training Process, Deep Learning and Neural Network Architectures, Generative AI and Large Language Models, Infrastructure, GPUs, and Cloud Scalability, Edge Computing and Distributed Intelligence, Conclusion: Preparing for an Intelligent Future</a:t>
            </a:r>
          </a:p>
        </p:txBody>
      </p:sp>
      <p:sp>
        <p:nvSpPr>
          <p:cNvPr id="4" name="Slide Number Placeholder 3"/>
          <p:cNvSpPr>
            <a:spLocks noGrp="1"/>
          </p:cNvSpPr>
          <p:nvPr>
            <p:ph type="sldNum" sz="quarter" idx="5"/>
          </p:nvPr>
        </p:nvSpPr>
        <p:spPr/>
        <p:txBody>
          <a:bodyPr/>
          <a:lstStyle/>
          <a:p>
            <a:fld id="{452F2579-15E4-4625-9584-CD4A378BBFF3}" type="slidenum">
              <a:t>2</a:t>
            </a:fld>
            <a:endParaRPr lang="en-US"/>
          </a:p>
        </p:txBody>
      </p:sp>
    </p:spTree>
    <p:extLst>
      <p:ext uri="{BB962C8B-B14F-4D97-AF65-F5344CB8AC3E}">
        <p14:creationId xmlns:p14="http://schemas.microsoft.com/office/powerpoint/2010/main" val="1976618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Artificial Intelligence and Machine Learning represent two of the most influential technological developments shaping the modern digital world. Artificial Intelligence, often abbreviated as AI, refers broadly to the goal of building computer systems capable of performing tasks that normally require human intelligence, such as reasoning, perception, language understanding, and decision-making. Machine Learning, or ML, is a key approach used to achieve this goal, enabling systems to improve their performance by learning from data rather than relying solely on explicitly programmed instructions. These technologies now power everyday experiences, from recommendation engines on Netflix and YouTube to voice assistants like Siri and Alexa, and fraud detection systems used by banks. Despite their widespread use, many people conflate AI and Machine Learning or treat them as mysterious black boxes. A clear understanding begins by recognizing that AI is the overarching ambition, while Machine Learning is the primary engine driving recent progress. The importance of these technologies lies not only in automation, but in their ability to scale decision-making across massive datasets at speeds no human could match. As data volumes explode due to smartphones, sensors, and the internet, traditional software approaches struggle to keep up. AI-driven systems thrive in this environment, extracting patterns and insights from complexity. This presentation establishes a structured foundation for understanding how AI systems are built, how they learn, and why they are redefining industries ranging from healthcare and finance to transportation and creative work. By grounding the discussion in technical principles rather than hype, this introduction prepares the audience to engage more critically and confidently with intelligent systems.</a:t>
            </a:r>
          </a:p>
        </p:txBody>
      </p:sp>
      <p:sp>
        <p:nvSpPr>
          <p:cNvPr id="4" name="Slide Number Placeholder 3"/>
          <p:cNvSpPr>
            <a:spLocks noGrp="1"/>
          </p:cNvSpPr>
          <p:nvPr>
            <p:ph type="sldNum" sz="quarter" idx="5"/>
          </p:nvPr>
        </p:nvSpPr>
        <p:spPr/>
        <p:txBody>
          <a:bodyPr/>
          <a:lstStyle/>
          <a:p>
            <a:fld id="{452F2579-15E4-4625-9584-CD4A378BBFF3}" type="slidenum">
              <a:t>3</a:t>
            </a:fld>
            <a:endParaRPr lang="en-US"/>
          </a:p>
        </p:txBody>
      </p:sp>
    </p:spTree>
    <p:extLst>
      <p:ext uri="{BB962C8B-B14F-4D97-AF65-F5344CB8AC3E}">
        <p14:creationId xmlns:p14="http://schemas.microsoft.com/office/powerpoint/2010/main" val="28477716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origins of Artificial Intelligence trace back to the mid-20th century, when early computer scientists began asking whether machines could emulate human thinking. Alan Turing’s famous question, “Can machines think?”, laid philosophical and technical groundwork that shaped decades of research. Early AI systems, particularly from the 1950s through the 1980s, were dominated by symbolic logic and expert systems. These systems relied on extensive sets of human-crafted rules, often written as if-then statements, to simulate expertise in narrow domains such as medical diagnosis or chess. While impressive in controlled environments, these approaches struggled in the real world. They were brittle, expensive to maintain, and unable to adapt when conditions changed or when data fell outside predefined rules. As computing power increased and data became more abundant, researchers began exploring statistical approaches that allowed machines to learn patterns directly from examples. This shift marked a fundamental turning point, moving away from programming intelligence explicitly and toward training it implicitly. The rise of Machine Learning in the 1990s and 2000s reflected this new paradigm, supported by advances in probability theory, optimization, and hardware performance. This historical transition explains why modern AI systems excel at perception, pattern recognition, and prediction, yet still struggle with general reasoning. Understanding this evolution highlights why learning-based systems now dominate AI research and why data, rather than handcrafted logic, has become the most valuable resource in intelligent computing.</a:t>
            </a:r>
          </a:p>
        </p:txBody>
      </p:sp>
      <p:sp>
        <p:nvSpPr>
          <p:cNvPr id="4" name="Slide Number Placeholder 3"/>
          <p:cNvSpPr>
            <a:spLocks noGrp="1"/>
          </p:cNvSpPr>
          <p:nvPr>
            <p:ph type="sldNum" sz="quarter" idx="5"/>
          </p:nvPr>
        </p:nvSpPr>
        <p:spPr/>
        <p:txBody>
          <a:bodyPr/>
          <a:lstStyle/>
          <a:p>
            <a:fld id="{452F2579-15E4-4625-9584-CD4A378BBFF3}" type="slidenum">
              <a:t>4</a:t>
            </a:fld>
            <a:endParaRPr lang="en-US"/>
          </a:p>
        </p:txBody>
      </p:sp>
    </p:spTree>
    <p:extLst>
      <p:ext uri="{BB962C8B-B14F-4D97-AF65-F5344CB8AC3E}">
        <p14:creationId xmlns:p14="http://schemas.microsoft.com/office/powerpoint/2010/main" val="8973103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Artificial Intelligence, Machine Learning, and Deep Learning form a nested hierarchy that is often misunderstood. Artificial Intelligence is the broadest concept, encompassing any technique that enables machines to perform tasks associated with human intelligence, including reasoning, planning, and perception. Within AI, Machine Learning represents a specific methodology that uses statistical techniques to allow systems to improve through experience. Rather than following static rules, Machine Learning models identify patterns within data and use those patterns to make predictions or decisions. Deep Learning exists as a further subset within Machine Learning and refers to models built using multi-layered artificial neural networks. These deep architectures excel at handling unstructured data such as images, audio, and natural language. For example, while a traditional ML model might rely on manually selected features to classify emails as spam, a deep learning model can automatically learn relevant representations directly from raw text. This hierarchy clarifies that not all AI systems are based on Machine Learning, and not all Machine Learning systems use deep learning. However, the recent surge in AI capabilities is largely driven by deep learning due to its ability to scale with data and computational power. Recognizing these distinctions helps demystify terminology and allows for more precise discussions about capabilities, limitations, and appropriate use cases across different AI approaches.</a:t>
            </a:r>
          </a:p>
        </p:txBody>
      </p:sp>
      <p:sp>
        <p:nvSpPr>
          <p:cNvPr id="4" name="Slide Number Placeholder 3"/>
          <p:cNvSpPr>
            <a:spLocks noGrp="1"/>
          </p:cNvSpPr>
          <p:nvPr>
            <p:ph type="sldNum" sz="quarter" idx="5"/>
          </p:nvPr>
        </p:nvSpPr>
        <p:spPr/>
        <p:txBody>
          <a:bodyPr/>
          <a:lstStyle/>
          <a:p>
            <a:fld id="{452F2579-15E4-4625-9584-CD4A378BBFF3}" type="slidenum">
              <a:t>5</a:t>
            </a:fld>
            <a:endParaRPr lang="en-US"/>
          </a:p>
        </p:txBody>
      </p:sp>
    </p:spTree>
    <p:extLst>
      <p:ext uri="{BB962C8B-B14F-4D97-AF65-F5344CB8AC3E}">
        <p14:creationId xmlns:p14="http://schemas.microsoft.com/office/powerpoint/2010/main" val="3278796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Traditional software development and Machine Learning differ fundamentally in how logic is created and applied. In conventional programming, a developer explicitly defines the rules that govern how inputs are transformed into outputs. The computer executes these instructions deterministically, producing predictable results as long as conditions remain consistent. This approach works well for clearly defined problems, such as calculating taxes or managing inventory systems. Machine Learning inverts this workflow. Instead of supplying rules, engineers provide large datasets along with desired outcomes, allowing the algorithm to infer the underlying logic autonomously. For example, rather than coding explicit rules for identifying handwritten digits, developers train a model using thousands of labeled images. The model learns statistical relationships that generalize to new, unseen data. This paradigm shift enables systems to handle complexity and variability that would be impractical to encode manually. However, it also introduces challenges, including reduced interpretability and reliance on data quality. Understanding this contrast explains why Machine Learning excels in perception and prediction tasks, while traditional programming remains dominant in systems requiring strict control, transparency, and deterministic behavior. In practice, modern software systems often combine both approaches, leveraging Machine Learning where adaptability is required and classical logic where precision and control are paramount.</a:t>
            </a:r>
          </a:p>
        </p:txBody>
      </p:sp>
      <p:sp>
        <p:nvSpPr>
          <p:cNvPr id="4" name="Slide Number Placeholder 3"/>
          <p:cNvSpPr>
            <a:spLocks noGrp="1"/>
          </p:cNvSpPr>
          <p:nvPr>
            <p:ph type="sldNum" sz="quarter" idx="5"/>
          </p:nvPr>
        </p:nvSpPr>
        <p:spPr/>
        <p:txBody>
          <a:bodyPr/>
          <a:lstStyle/>
          <a:p>
            <a:fld id="{452F2579-15E4-4625-9584-CD4A378BBFF3}" type="slidenum">
              <a:t>6</a:t>
            </a:fld>
            <a:endParaRPr lang="en-US"/>
          </a:p>
        </p:txBody>
      </p:sp>
    </p:spTree>
    <p:extLst>
      <p:ext uri="{BB962C8B-B14F-4D97-AF65-F5344CB8AC3E}">
        <p14:creationId xmlns:p14="http://schemas.microsoft.com/office/powerpoint/2010/main" val="23848662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Data is the foundational resource that powers Machine Learning and, by extension, modern Artificial Intelligence. An algorithm’s effectiveness is directly tied to the quantity, quality, and diversity of the data used during training. Real-world data is rarely clean or complete, often containing noise, missing values, and inconsistencies that can mislead models. As a result, data preprocessing and cleaning consume a significant portion of AI development time. Beyond technical issues, data also encodes social and historical biases. If a training dataset reflects biased hiring practices or unequal access to resources, the resulting model may perpetuate or amplify those inequities. This reality underscores the importance of careful dataset curation, auditing, and evaluation. The phrase “garbage in, garbage out” captures this dependency succinctly, emphasizing that even the most advanced algorithms cannot overcome fundamentally flawed data. Organizations that invest in robust data pipelines, governance, and ethical oversight gain a substantial advantage in building reliable and responsible AI systems. Recognizing data as both an asset and a liability is essential for anyone seeking to deploy Machine Learning at scale.</a:t>
            </a:r>
          </a:p>
        </p:txBody>
      </p:sp>
      <p:sp>
        <p:nvSpPr>
          <p:cNvPr id="4" name="Slide Number Placeholder 3"/>
          <p:cNvSpPr>
            <a:spLocks noGrp="1"/>
          </p:cNvSpPr>
          <p:nvPr>
            <p:ph type="sldNum" sz="quarter" idx="5"/>
          </p:nvPr>
        </p:nvSpPr>
        <p:spPr/>
        <p:txBody>
          <a:bodyPr/>
          <a:lstStyle/>
          <a:p>
            <a:fld id="{452F2579-15E4-4625-9584-CD4A378BBFF3}" type="slidenum">
              <a:t>7</a:t>
            </a:fld>
            <a:endParaRPr lang="en-US"/>
          </a:p>
        </p:txBody>
      </p:sp>
    </p:spTree>
    <p:extLst>
      <p:ext uri="{BB962C8B-B14F-4D97-AF65-F5344CB8AC3E}">
        <p14:creationId xmlns:p14="http://schemas.microsoft.com/office/powerpoint/2010/main" val="31230009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Supervised Learning is the most widely used category of Machine Learning and is characterized by the presence of labeled training data. In this setting, each input example is paired with a known output, effectively providing the model with a teacher. The algorithm’s objective is to learn a function that maps inputs to outputs with minimal error. Common applications include predicting housing prices, classifying emails as spam or not spam, and diagnosing diseases based on medical images. The strength of supervised learning lies in its clarity and measurable performance, as accuracy can be directly evaluated against known answers. However, creating labeled datasets is often expensive and time-consuming, requiring human expertise or extensive data collection efforts. Additionally, supervised models are limited by the scope of their training data and may perform poorly when encountering novel situations. Despite these challenges, supervised learning remains the backbone of many commercial AI systems due to its effectiveness, interpretability, and alignment with well-defined business objectives.</a:t>
            </a:r>
          </a:p>
        </p:txBody>
      </p:sp>
      <p:sp>
        <p:nvSpPr>
          <p:cNvPr id="4" name="Slide Number Placeholder 3"/>
          <p:cNvSpPr>
            <a:spLocks noGrp="1"/>
          </p:cNvSpPr>
          <p:nvPr>
            <p:ph type="sldNum" sz="quarter" idx="5"/>
          </p:nvPr>
        </p:nvSpPr>
        <p:spPr/>
        <p:txBody>
          <a:bodyPr/>
          <a:lstStyle/>
          <a:p>
            <a:fld id="{452F2579-15E4-4625-9584-CD4A378BBFF3}" type="slidenum">
              <a:t>8</a:t>
            </a:fld>
            <a:endParaRPr lang="en-US"/>
          </a:p>
        </p:txBody>
      </p:sp>
    </p:spTree>
    <p:extLst>
      <p:ext uri="{BB962C8B-B14F-4D97-AF65-F5344CB8AC3E}">
        <p14:creationId xmlns:p14="http://schemas.microsoft.com/office/powerpoint/2010/main" val="24710955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Unsupervised Learning addresses scenarios where labeled data is unavailable or impractical to obtain. In this paradigm, the algorithm receives only raw input data and must identify patterns, groupings, or structures without explicit guidance. Clustering algorithms, such as k-means, are commonly used to segment customers based on purchasing behavior, browsing habits, or demographic similarities. Dimensionality reduction techniques, like principal component analysis, help uncover underlying structure by simplifying complex datasets. The value of unsupervised learning lies in its exploratory power, enabling organizations to generate insights that were not predefined. However, interpreting the results often requires human judgment, as the discovered patterns may not align neatly with existing categories. Unsupervised learning transforms unstructured data into actionable knowledge, making it especially valuable in early-stage analysis, anomaly detection, and knowledge discovery across large and complex datasets.</a:t>
            </a:r>
          </a:p>
        </p:txBody>
      </p:sp>
      <p:sp>
        <p:nvSpPr>
          <p:cNvPr id="4" name="Slide Number Placeholder 3"/>
          <p:cNvSpPr>
            <a:spLocks noGrp="1"/>
          </p:cNvSpPr>
          <p:nvPr>
            <p:ph type="sldNum" sz="quarter" idx="5"/>
          </p:nvPr>
        </p:nvSpPr>
        <p:spPr/>
        <p:txBody>
          <a:bodyPr/>
          <a:lstStyle/>
          <a:p>
            <a:fld id="{452F2579-15E4-4625-9584-CD4A378BBFF3}" type="slidenum">
              <a:t>9</a:t>
            </a:fld>
            <a:endParaRPr lang="en-US"/>
          </a:p>
        </p:txBody>
      </p:sp>
    </p:spTree>
    <p:extLst>
      <p:ext uri="{BB962C8B-B14F-4D97-AF65-F5344CB8AC3E}">
        <p14:creationId xmlns:p14="http://schemas.microsoft.com/office/powerpoint/2010/main" val="42469960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Reinforcement Learning represents a distinct approach to Machine Learning based on interaction, feedback, and long-term optimization. In this framework, an agent operates within an environment, taking actions and receiving rewards or penalties in response. The agent’s goal is to learn a policy that maximizes cumulative reward over time. Unlike supervised learning, reinforcement learning does not rely on labeled examples of correct behavior. Instead, it learns through trial and error, often requiring millions of iterations. This approach has achieved remarkable success in domains such as game playing, robotics, and autonomous driving. For example, reinforcement learning systems have defeated world champions in games like Go and StarCraft by discovering strategies beyond human intuition. Despite its power, reinforcement learning is computationally intensive and challenging to deploy safely in real-world environments. Nevertheless, it remains a critical area of research for building adaptive systems capable of sequential decision-making under uncertainty.</a:t>
            </a:r>
          </a:p>
        </p:txBody>
      </p:sp>
      <p:sp>
        <p:nvSpPr>
          <p:cNvPr id="4" name="Slide Number Placeholder 3"/>
          <p:cNvSpPr>
            <a:spLocks noGrp="1"/>
          </p:cNvSpPr>
          <p:nvPr>
            <p:ph type="sldNum" sz="quarter" idx="5"/>
          </p:nvPr>
        </p:nvSpPr>
        <p:spPr/>
        <p:txBody>
          <a:bodyPr/>
          <a:lstStyle/>
          <a:p>
            <a:fld id="{452F2579-15E4-4625-9584-CD4A378BBFF3}" type="slidenum">
              <a:t>10</a:t>
            </a:fld>
            <a:endParaRPr lang="en-US"/>
          </a:p>
        </p:txBody>
      </p:sp>
    </p:spTree>
    <p:extLst>
      <p:ext uri="{BB962C8B-B14F-4D97-AF65-F5344CB8AC3E}">
        <p14:creationId xmlns:p14="http://schemas.microsoft.com/office/powerpoint/2010/main" val="8462886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training of a Machine Learning model involves transforming raw data into a form that an algorithm can effectively learn from. Feature engineering plays a crucial role in this process, as it determines which variables are presented to the model and how they are represented. During training, the model adjusts internal parameters, commonly referred to as weights and biases, to minimize prediction error. A loss function quantifies the difference between predicted and actual outcomes, providing a signal for improvement. Optimization algorithms, such as gradient descent, iteratively update parameters to reduce this loss. This cycle may repeat thousands or millions of times, gradually improving model accuracy. The training process highlights the balance between underfitting, where a model is too simple, and overfitting, where it memorizes training data but fails to generalize. Mastery of these concepts is essential for building robust and reliable Machine Learning systems.</a:t>
            </a:r>
          </a:p>
        </p:txBody>
      </p:sp>
      <p:sp>
        <p:nvSpPr>
          <p:cNvPr id="4" name="Slide Number Placeholder 3"/>
          <p:cNvSpPr>
            <a:spLocks noGrp="1"/>
          </p:cNvSpPr>
          <p:nvPr>
            <p:ph type="sldNum" sz="quarter" idx="5"/>
          </p:nvPr>
        </p:nvSpPr>
        <p:spPr/>
        <p:txBody>
          <a:bodyPr/>
          <a:lstStyle/>
          <a:p>
            <a:fld id="{452F2579-15E4-4625-9584-CD4A378BBFF3}" type="slidenum">
              <a:t>11</a:t>
            </a:fld>
            <a:endParaRPr lang="en-US"/>
          </a:p>
        </p:txBody>
      </p:sp>
    </p:spTree>
    <p:extLst>
      <p:ext uri="{BB962C8B-B14F-4D97-AF65-F5344CB8AC3E}">
        <p14:creationId xmlns:p14="http://schemas.microsoft.com/office/powerpoint/2010/main" val="9366867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Deep Learning leverages artificial neural networks composed of multiple layers to model complex, non-linear relationships within data. Inspired loosely by the human brain, these networks consist of interconnected nodes that process information hierarchically. An input layer receives raw data, hidden layers extract increasingly abstract features, and an output layer produces final predictions. This layered structure enables deep learning models to excel at tasks such as image recognition, speech transcription, and natural language understanding. For instance, in facial recognition, early layers detect edges and textures, while deeper layers identify facial features and ultimately recognize identities. The effectiveness of deep learning depends heavily on large datasets and powerful computational resources. While these models achieve state-of-the-art performance, they often lack interpretability, raising questions about transparency and trust. Despite these challenges, deep learning remains the driving force behind many of today’s most advanced AI applications.</a:t>
            </a:r>
          </a:p>
        </p:txBody>
      </p:sp>
      <p:sp>
        <p:nvSpPr>
          <p:cNvPr id="4" name="Slide Number Placeholder 3"/>
          <p:cNvSpPr>
            <a:spLocks noGrp="1"/>
          </p:cNvSpPr>
          <p:nvPr>
            <p:ph type="sldNum" sz="quarter" idx="5"/>
          </p:nvPr>
        </p:nvSpPr>
        <p:spPr/>
        <p:txBody>
          <a:bodyPr/>
          <a:lstStyle/>
          <a:p>
            <a:fld id="{452F2579-15E4-4625-9584-CD4A378BBFF3}" type="slidenum">
              <a:t>12</a:t>
            </a:fld>
            <a:endParaRPr lang="en-US"/>
          </a:p>
        </p:txBody>
      </p:sp>
    </p:spTree>
    <p:extLst>
      <p:ext uri="{BB962C8B-B14F-4D97-AF65-F5344CB8AC3E}">
        <p14:creationId xmlns:p14="http://schemas.microsoft.com/office/powerpoint/2010/main" val="12294046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Generative AI marks a significant evolution in Artificial Intelligence by enabling systems to create new content rather than merely analyze existing data. Large Language Models, or LLMs, exemplify this shift by generating human-like text, writing code, and engaging in conversation. These models are typically built using transformer architectures that rely on self-attention mechanisms to capture contextual relationships across vast sequences of data. Trained on enormous corpora of text, LLMs develop statistical representations of language that allow them to produce coherent and contextually relevant responses. Applications range from customer support chatbots to creative writing tools and software development assistants. While powerful, generative models also raise concerns related to misinformation, intellectual property, and ethical use. Understanding their underlying mechanisms and limitations is essential for responsible deployment in real-world scenarios.</a:t>
            </a:r>
          </a:p>
        </p:txBody>
      </p:sp>
      <p:sp>
        <p:nvSpPr>
          <p:cNvPr id="4" name="Slide Number Placeholder 3"/>
          <p:cNvSpPr>
            <a:spLocks noGrp="1"/>
          </p:cNvSpPr>
          <p:nvPr>
            <p:ph type="sldNum" sz="quarter" idx="5"/>
          </p:nvPr>
        </p:nvSpPr>
        <p:spPr/>
        <p:txBody>
          <a:bodyPr/>
          <a:lstStyle/>
          <a:p>
            <a:fld id="{452F2579-15E4-4625-9584-CD4A378BBFF3}" type="slidenum">
              <a:t>13</a:t>
            </a:fld>
            <a:endParaRPr lang="en-US"/>
          </a:p>
        </p:txBody>
      </p:sp>
    </p:spTree>
    <p:extLst>
      <p:ext uri="{BB962C8B-B14F-4D97-AF65-F5344CB8AC3E}">
        <p14:creationId xmlns:p14="http://schemas.microsoft.com/office/powerpoint/2010/main" val="8942072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Modern AI systems depend on vast computational infrastructure to train and deploy models at scale. Training advanced Machine Learning and deep learning models involves processing massive datasets and performing trillions of mathematical operations. Traditional CPUs are insufficient for this workload, leading to widespread adoption of GPUs and specialized accelerators optimized for parallel computation. Cloud computing platforms provide on-demand access to these resources, allowing organizations to scale experimentation and deployment without building costly local infrastructure. The cloud also enables global distribution, monitoring, and continuous improvement of AI systems. This combination of specialized hardware and elastic cloud services has transformed AI from an academic pursuit into a practical, industrial technology accessible to organizations of all sizes.</a:t>
            </a:r>
          </a:p>
        </p:txBody>
      </p:sp>
      <p:sp>
        <p:nvSpPr>
          <p:cNvPr id="4" name="Slide Number Placeholder 3"/>
          <p:cNvSpPr>
            <a:spLocks noGrp="1"/>
          </p:cNvSpPr>
          <p:nvPr>
            <p:ph type="sldNum" sz="quarter" idx="5"/>
          </p:nvPr>
        </p:nvSpPr>
        <p:spPr/>
        <p:txBody>
          <a:bodyPr/>
          <a:lstStyle/>
          <a:p>
            <a:fld id="{452F2579-15E4-4625-9584-CD4A378BBFF3}" type="slidenum">
              <a:t>14</a:t>
            </a:fld>
            <a:endParaRPr lang="en-US"/>
          </a:p>
        </p:txBody>
      </p:sp>
    </p:spTree>
    <p:extLst>
      <p:ext uri="{BB962C8B-B14F-4D97-AF65-F5344CB8AC3E}">
        <p14:creationId xmlns:p14="http://schemas.microsoft.com/office/powerpoint/2010/main" val="40219485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Edge computing represents a growing trend in AI deployment, shifting inference from centralized cloud servers to local devices such as smartphones, sensors, and vehicles. By running models directly on the edge, systems reduce latency, improve reliability, and enhance privacy by keeping sensitive data local. Techniques such as model compression and quantization make it possible to deploy sophisticated intelligence on resource-constrained hardware. Edge AI is particularly valuable in applications requiring real-time responsiveness, including autonomous driving, industrial automation, and healthcare monitoring. As connectivity and hardware capabilities improve, the balance between cloud and edge computing will continue to evolve, creating a more distributed and resilient AI ecosystem.</a:t>
            </a:r>
          </a:p>
        </p:txBody>
      </p:sp>
      <p:sp>
        <p:nvSpPr>
          <p:cNvPr id="4" name="Slide Number Placeholder 3"/>
          <p:cNvSpPr>
            <a:spLocks noGrp="1"/>
          </p:cNvSpPr>
          <p:nvPr>
            <p:ph type="sldNum" sz="quarter" idx="5"/>
          </p:nvPr>
        </p:nvSpPr>
        <p:spPr/>
        <p:txBody>
          <a:bodyPr/>
          <a:lstStyle/>
          <a:p>
            <a:fld id="{452F2579-15E4-4625-9584-CD4A378BBFF3}" type="slidenum">
              <a:t>15</a:t>
            </a:fld>
            <a:endParaRPr lang="en-US"/>
          </a:p>
        </p:txBody>
      </p:sp>
    </p:spTree>
    <p:extLst>
      <p:ext uri="{BB962C8B-B14F-4D97-AF65-F5344CB8AC3E}">
        <p14:creationId xmlns:p14="http://schemas.microsoft.com/office/powerpoint/2010/main" val="40500781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Artificial Intelligence and Machine Learning have transitioned from experimental concepts to foundational technologies reshaping how software is built and how decisions are made. Understanding their principles, from data and algorithms to infrastructure and deployment, is increasingly essential for professionals across industries. These systems offer unprecedented opportunities to augment human capabilities, optimize complex processes, and unlock new forms of creativity. At the same time, they introduce challenges related to ethics, transparency, and societal impact. By developing a grounded understanding of how machines learn and reason, individuals and organizations can engage with AI more responsibly and effectively. The intelligent future will be shaped not only by technological innovation, but by informed choices about how these powerful tools are designed, governed, and applied.</a:t>
            </a:r>
          </a:p>
        </p:txBody>
      </p:sp>
      <p:sp>
        <p:nvSpPr>
          <p:cNvPr id="4" name="Slide Number Placeholder 3"/>
          <p:cNvSpPr>
            <a:spLocks noGrp="1"/>
          </p:cNvSpPr>
          <p:nvPr>
            <p:ph type="sldNum" sz="quarter" idx="5"/>
          </p:nvPr>
        </p:nvSpPr>
        <p:spPr/>
        <p:txBody>
          <a:bodyPr/>
          <a:lstStyle/>
          <a:p>
            <a:fld id="{452F2579-15E4-4625-9584-CD4A378BBFF3}" type="slidenum">
              <a:t>16</a:t>
            </a:fld>
            <a:endParaRPr lang="en-US"/>
          </a:p>
        </p:txBody>
      </p:sp>
    </p:spTree>
    <p:extLst>
      <p:ext uri="{BB962C8B-B14F-4D97-AF65-F5344CB8AC3E}">
        <p14:creationId xmlns:p14="http://schemas.microsoft.com/office/powerpoint/2010/main" val="37569916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jpe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89631D5-4CBA-B958-66E5-1D06CE60A685}"/>
              </a:ext>
            </a:extLst>
          </p:cNvPr>
          <p:cNvSpPr/>
          <p:nvPr/>
        </p:nvSpPr>
        <p:spPr>
          <a:xfrm>
            <a:off x="457200" y="1110996"/>
            <a:ext cx="11277600" cy="463600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2E59B00B-2A72-3526-46B5-2D31EFBA19C1}"/>
              </a:ext>
            </a:extLst>
          </p:cNvPr>
          <p:cNvSpPr>
            <a:spLocks noGrp="1"/>
          </p:cNvSpPr>
          <p:nvPr>
            <p:ph type="title"/>
          </p:nvPr>
        </p:nvSpPr>
        <p:spPr>
          <a:xfrm>
            <a:off x="691079" y="1394139"/>
            <a:ext cx="5336630" cy="4069724"/>
          </a:xfrm>
        </p:spPr>
        <p:txBody>
          <a:bodyPr>
            <a:normAutofit/>
          </a:bodyPr>
          <a:lstStyle>
            <a:lvl1pPr>
              <a:defRPr sz="4800"/>
            </a:lvl1pPr>
          </a:lstStyle>
          <a:p>
            <a:r>
              <a:rPr lang="en-US"/>
              <a:t>Click to edit Master title style</a:t>
            </a:r>
          </a:p>
        </p:txBody>
      </p:sp>
      <p:sp>
        <p:nvSpPr>
          <p:cNvPr id="12" name="Subtitle 2">
            <a:extLst>
              <a:ext uri="{FF2B5EF4-FFF2-40B4-BE49-F238E27FC236}">
                <a16:creationId xmlns:a16="http://schemas.microsoft.com/office/drawing/2014/main" id="{E53AC4E3-F9DF-C029-69FF-01D7C04DE01A}"/>
              </a:ext>
            </a:extLst>
          </p:cNvPr>
          <p:cNvSpPr>
            <a:spLocks noGrp="1"/>
          </p:cNvSpPr>
          <p:nvPr>
            <p:ph type="subTitle" idx="1"/>
          </p:nvPr>
        </p:nvSpPr>
        <p:spPr>
          <a:xfrm>
            <a:off x="360370" y="6031065"/>
            <a:ext cx="9144000" cy="548640"/>
          </a:xfrm>
        </p:spPr>
        <p:txBody>
          <a:bodyPr vert="horz" lIns="91440" tIns="45720" rIns="91440" bIns="45720" rtlCol="0" anchor="ctr">
            <a:normAutofit/>
          </a:bodyPr>
          <a:lstStyle>
            <a:lvl1pPr marL="0" indent="0">
              <a:buNone/>
              <a:defRPr lang="en-US" sz="1600" cap="all" spc="100" baseline="0" dirty="0"/>
            </a:lvl1pPr>
          </a:lstStyle>
          <a:p>
            <a:pPr lvl="0"/>
            <a:r>
              <a:rPr lang="en-US"/>
              <a:t>Click to edit Master subtitle style</a:t>
            </a:r>
          </a:p>
        </p:txBody>
      </p:sp>
      <p:sp>
        <p:nvSpPr>
          <p:cNvPr id="7" name="Footer Placeholder 6">
            <a:extLst>
              <a:ext uri="{FF2B5EF4-FFF2-40B4-BE49-F238E27FC236}">
                <a16:creationId xmlns:a16="http://schemas.microsoft.com/office/drawing/2014/main" id="{1D47A7DF-A880-1D22-F809-631CB36C5DE4}"/>
              </a:ext>
            </a:extLst>
          </p:cNvPr>
          <p:cNvSpPr>
            <a:spLocks noGrp="1"/>
          </p:cNvSpPr>
          <p:nvPr>
            <p:ph type="ftr" sz="quarter" idx="11"/>
          </p:nvPr>
        </p:nvSpPr>
        <p:spPr>
          <a:xfrm>
            <a:off x="453520" y="430684"/>
            <a:ext cx="4114800" cy="365125"/>
          </a:xfrm>
        </p:spPr>
        <p:txBody>
          <a:bodyPr/>
          <a:lstStyle/>
          <a:p>
            <a:r>
              <a:rPr lang="en-US"/>
              <a:t>Presentation title</a:t>
            </a:r>
          </a:p>
        </p:txBody>
      </p:sp>
      <p:sp>
        <p:nvSpPr>
          <p:cNvPr id="6" name="Date Placeholder 5">
            <a:extLst>
              <a:ext uri="{FF2B5EF4-FFF2-40B4-BE49-F238E27FC236}">
                <a16:creationId xmlns:a16="http://schemas.microsoft.com/office/drawing/2014/main" id="{A9645FC2-7E06-2307-2D7B-2B52E501815F}"/>
              </a:ext>
            </a:extLst>
          </p:cNvPr>
          <p:cNvSpPr>
            <a:spLocks noGrp="1"/>
          </p:cNvSpPr>
          <p:nvPr>
            <p:ph type="dt" sz="half" idx="10"/>
          </p:nvPr>
        </p:nvSpPr>
        <p:spPr>
          <a:xfrm>
            <a:off x="9109450" y="430684"/>
            <a:ext cx="2743200" cy="365125"/>
          </a:xfrm>
        </p:spPr>
        <p:txBody>
          <a:bodyPr/>
          <a:lstStyle/>
          <a:p>
            <a:fld id="{C6B4DC52-CC44-D647-BBB1-762854F46572}" type="datetime1">
              <a:rPr lang="en-US" smtClean="0"/>
              <a:t>5/19/2026</a:t>
            </a:fld>
            <a:endParaRPr lang="en-US"/>
          </a:p>
        </p:txBody>
      </p:sp>
      <p:sp>
        <p:nvSpPr>
          <p:cNvPr id="8" name="Slide Number Placeholder 7">
            <a:extLst>
              <a:ext uri="{FF2B5EF4-FFF2-40B4-BE49-F238E27FC236}">
                <a16:creationId xmlns:a16="http://schemas.microsoft.com/office/drawing/2014/main" id="{E2CE0142-6727-D96E-8B4C-F8DC42F3C110}"/>
              </a:ext>
            </a:extLst>
          </p:cNvPr>
          <p:cNvSpPr>
            <a:spLocks noGrp="1"/>
          </p:cNvSpPr>
          <p:nvPr>
            <p:ph type="sldNum" sz="quarter" idx="12"/>
          </p:nvPr>
        </p:nvSpPr>
        <p:spPr>
          <a:xfrm>
            <a:off x="11392300" y="6126480"/>
            <a:ext cx="365760" cy="365125"/>
          </a:xfrm>
        </p:spPr>
        <p:txBody>
          <a:bodyPr/>
          <a:lstStyle>
            <a:lvl1pPr algn="r">
              <a:defRPr/>
            </a:lvl1pPr>
          </a:lstStyle>
          <a:p>
            <a:pPr algn="r"/>
            <a:fld id="{40B778AE-8D30-EC43-B255-420E7914C179}" type="slidenum">
              <a:rPr lang="en-US" smtClean="0"/>
              <a:pPr algn="r"/>
              <a:t>‹#›</a:t>
            </a:fld>
            <a:endParaRPr lang="en-US"/>
          </a:p>
        </p:txBody>
      </p:sp>
      <p:pic>
        <p:nvPicPr>
          <p:cNvPr id="11" name="Picture 10" descr="A lemons on a branch&#10;&#10;AI-generated content may be incorrect.">
            <a:extLst>
              <a:ext uri="{FF2B5EF4-FFF2-40B4-BE49-F238E27FC236}">
                <a16:creationId xmlns:a16="http://schemas.microsoft.com/office/drawing/2014/main" id="{617993DE-FCA3-752E-CB4D-EE0CBE74D201}"/>
              </a:ext>
            </a:extLst>
          </p:cNvPr>
          <p:cNvPicPr>
            <a:picLocks noChangeAspect="1"/>
          </p:cNvPicPr>
          <p:nvPr/>
        </p:nvPicPr>
        <p:blipFill>
          <a:blip r:embed="rId2"/>
          <a:srcRect r="9594"/>
          <a:stretch>
            <a:fillRect/>
          </a:stretch>
        </p:blipFill>
        <p:spPr>
          <a:xfrm>
            <a:off x="6251965" y="1110995"/>
            <a:ext cx="5482836" cy="4636007"/>
          </a:xfrm>
          <a:prstGeom prst="rect">
            <a:avLst/>
          </a:prstGeom>
        </p:spPr>
      </p:pic>
    </p:spTree>
    <p:extLst>
      <p:ext uri="{BB962C8B-B14F-4D97-AF65-F5344CB8AC3E}">
        <p14:creationId xmlns:p14="http://schemas.microsoft.com/office/powerpoint/2010/main" val="3972287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0"/>
            <a:ext cx="11274552" cy="1005840"/>
          </a:xfrm>
        </p:spPr>
        <p:txBody>
          <a:bodyPr anchor="t" anchorCtr="0">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57200" y="1554480"/>
            <a:ext cx="11274552" cy="429768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F2CF59F-16CF-294B-89B0-023DBFDF062C}" type="datetime1">
              <a:rPr lang="en-US" smtClean="0"/>
              <a:t>5/19/2026</a:t>
            </a:fld>
            <a:endParaRPr lang="en-US"/>
          </a:p>
        </p:txBody>
      </p:sp>
    </p:spTree>
    <p:extLst>
      <p:ext uri="{BB962C8B-B14F-4D97-AF65-F5344CB8AC3E}">
        <p14:creationId xmlns:p14="http://schemas.microsoft.com/office/powerpoint/2010/main" val="1419589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5C43E3D-F1B4-8814-CBFD-54B6394BA78F}"/>
              </a:ext>
            </a:extLst>
          </p:cNvPr>
          <p:cNvSpPr/>
          <p:nvPr/>
        </p:nvSpPr>
        <p:spPr>
          <a:xfrm>
            <a:off x="0" y="0"/>
            <a:ext cx="12192000" cy="4072024"/>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4480560"/>
            <a:ext cx="11274552" cy="996988"/>
          </a:xfrm>
        </p:spPr>
        <p:txBody>
          <a:bodyPr vert="horz" lIns="91440" tIns="45720" rIns="91440" bIns="45720" rtlCol="0" anchor="b">
            <a:norm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532535"/>
            <a:ext cx="11274552" cy="548640"/>
          </a:xfrm>
        </p:spPr>
        <p:txBody>
          <a:bodyPr vert="horz" lIns="91440" tIns="45720" rIns="91440" bIns="45720" rtlCol="0">
            <a:normAutofit/>
          </a:bodyPr>
          <a:lstStyle>
            <a:lvl1pPr marL="0" indent="0">
              <a:buNone/>
              <a:defRPr lang="en-US" sz="1600" cap="all" spc="100" baseline="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457200" y="457201"/>
            <a:ext cx="11274552" cy="3111499"/>
          </a:xfr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a:t>   </a:t>
            </a:r>
          </a:p>
        </p:txBody>
      </p:sp>
      <p:sp>
        <p:nvSpPr>
          <p:cNvPr id="19" name="Slide Number Placeholder 18">
            <a:extLst>
              <a:ext uri="{FF2B5EF4-FFF2-40B4-BE49-F238E27FC236}">
                <a16:creationId xmlns:a16="http://schemas.microsoft.com/office/drawing/2014/main" id="{99749300-EB7F-2826-88A0-CB3E4B36C03E}"/>
              </a:ext>
            </a:extLst>
          </p:cNvPr>
          <p:cNvSpPr>
            <a:spLocks noGrp="1"/>
          </p:cNvSpPr>
          <p:nvPr>
            <p:ph type="sldNum" sz="quarter" idx="16"/>
          </p:nvPr>
        </p:nvSpPr>
        <p:spPr/>
        <p:txBody>
          <a:bodyPr/>
          <a:lstStyle/>
          <a:p>
            <a:fld id="{40B778AE-8D30-EC43-B255-420E7914C179}" type="slidenum">
              <a:rPr lang="en-US" smtClean="0"/>
              <a:pPr/>
              <a:t>‹#›</a:t>
            </a:fld>
            <a:endParaRPr lang="en-US"/>
          </a:p>
        </p:txBody>
      </p:sp>
      <p:sp>
        <p:nvSpPr>
          <p:cNvPr id="18" name="Footer Placeholder 17">
            <a:extLst>
              <a:ext uri="{FF2B5EF4-FFF2-40B4-BE49-F238E27FC236}">
                <a16:creationId xmlns:a16="http://schemas.microsoft.com/office/drawing/2014/main" id="{FC0BE1CD-8E53-8DE9-82CF-9813E2925E9E}"/>
              </a:ext>
            </a:extLst>
          </p:cNvPr>
          <p:cNvSpPr>
            <a:spLocks noGrp="1"/>
          </p:cNvSpPr>
          <p:nvPr>
            <p:ph type="ftr" sz="quarter" idx="15"/>
          </p:nvPr>
        </p:nvSpPr>
        <p:spPr/>
        <p:txBody>
          <a:bodyPr/>
          <a:lstStyle/>
          <a:p>
            <a:r>
              <a:rPr lang="en-US"/>
              <a:t>Presentation title</a:t>
            </a:r>
          </a:p>
        </p:txBody>
      </p:sp>
      <p:sp>
        <p:nvSpPr>
          <p:cNvPr id="17" name="Date Placeholder 16">
            <a:extLst>
              <a:ext uri="{FF2B5EF4-FFF2-40B4-BE49-F238E27FC236}">
                <a16:creationId xmlns:a16="http://schemas.microsoft.com/office/drawing/2014/main" id="{B85CE52D-B630-4803-B6B1-978CBC39E2B2}"/>
              </a:ext>
            </a:extLst>
          </p:cNvPr>
          <p:cNvSpPr>
            <a:spLocks noGrp="1"/>
          </p:cNvSpPr>
          <p:nvPr>
            <p:ph type="dt" sz="half" idx="14"/>
          </p:nvPr>
        </p:nvSpPr>
        <p:spPr/>
        <p:txBody>
          <a:bodyPr/>
          <a:lstStyle/>
          <a:p>
            <a:fld id="{CE2FA9DB-1C23-8847-8157-4FA9725CC381}" type="datetime1">
              <a:rPr lang="en-US" smtClean="0"/>
              <a:t>5/19/2026</a:t>
            </a:fld>
            <a:endParaRPr lang="en-US"/>
          </a:p>
        </p:txBody>
      </p:sp>
    </p:spTree>
    <p:extLst>
      <p:ext uri="{BB962C8B-B14F-4D97-AF65-F5344CB8AC3E}">
        <p14:creationId xmlns:p14="http://schemas.microsoft.com/office/powerpoint/2010/main" val="309491056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D187BAA-B8F3-6F9A-35D6-79C20A14A9DC}"/>
              </a:ext>
            </a:extLst>
          </p:cNvPr>
          <p:cNvSpPr/>
          <p:nvPr/>
        </p:nvSpPr>
        <p:spPr>
          <a:xfrm>
            <a:off x="5090160" y="-1"/>
            <a:ext cx="7101840" cy="6858001"/>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7" y="548640"/>
            <a:ext cx="4175760" cy="3657600"/>
          </a:xfrm>
        </p:spPr>
        <p:txBody>
          <a:bodyPr vert="horz" lIns="91440" tIns="45720" rIns="91440" bIns="45720" rtlCol="0" anchor="t">
            <a:normAutofit/>
          </a:bodyPr>
          <a:lstStyle>
            <a:lvl1pPr>
              <a:defRPr lang="en-US" sz="3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4492488"/>
            <a:ext cx="4175760" cy="1411356"/>
          </a:xfrm>
        </p:spPr>
        <p:txBody>
          <a:bodyPr vert="horz" lIns="91440" tIns="45720" rIns="91440" bIns="45720" rtlCol="0" anchor="b">
            <a:normAutofit/>
          </a:bodyPr>
          <a:lstStyle>
            <a:lvl1pPr marL="0" indent="0">
              <a:buNone/>
              <a:defRPr lang="en-US" sz="1600" cap="all" spc="100" baseline="0" dirty="0"/>
            </a:lvl1pPr>
          </a:lstStyle>
          <a:p>
            <a:pPr lvl="0"/>
            <a:r>
              <a:rPr lang="en-US"/>
              <a:t>Click to edit Master subtitle style</a:t>
            </a:r>
          </a:p>
        </p:txBody>
      </p:sp>
      <p:sp>
        <p:nvSpPr>
          <p:cNvPr id="10" name="Slide Number Placeholder 9">
            <a:extLst>
              <a:ext uri="{FF2B5EF4-FFF2-40B4-BE49-F238E27FC236}">
                <a16:creationId xmlns:a16="http://schemas.microsoft.com/office/drawing/2014/main" id="{93C3368D-40FA-88E5-2622-5C794E187D59}"/>
              </a:ext>
            </a:extLst>
          </p:cNvPr>
          <p:cNvSpPr>
            <a:spLocks noGrp="1"/>
          </p:cNvSpPr>
          <p:nvPr>
            <p:ph type="sldNum" sz="quarter" idx="16"/>
          </p:nvPr>
        </p:nvSpPr>
        <p:spPr/>
        <p:txBody>
          <a:bodyPr/>
          <a:lstStyle/>
          <a:p>
            <a:fld id="{40B778AE-8D30-EC43-B255-420E7914C179}" type="slidenum">
              <a:rPr lang="en-US" smtClean="0"/>
              <a:pPr/>
              <a:t>‹#›</a:t>
            </a:fld>
            <a:endParaRPr lang="en-US"/>
          </a:p>
        </p:txBody>
      </p:sp>
      <p:sp>
        <p:nvSpPr>
          <p:cNvPr id="6" name="Footer Placeholder 5">
            <a:extLst>
              <a:ext uri="{FF2B5EF4-FFF2-40B4-BE49-F238E27FC236}">
                <a16:creationId xmlns:a16="http://schemas.microsoft.com/office/drawing/2014/main" id="{A72ABA8E-1A54-1C96-093B-B44E62007A63}"/>
              </a:ext>
            </a:extLst>
          </p:cNvPr>
          <p:cNvSpPr>
            <a:spLocks noGrp="1"/>
          </p:cNvSpPr>
          <p:nvPr>
            <p:ph type="ftr" sz="quarter" idx="15"/>
          </p:nvPr>
        </p:nvSpPr>
        <p:spPr>
          <a:xfrm>
            <a:off x="809077" y="6126480"/>
            <a:ext cx="2103120" cy="365125"/>
          </a:xfrm>
        </p:spPr>
        <p:txBody>
          <a:bodyPr/>
          <a:lstStyle/>
          <a:p>
            <a:r>
              <a:rPr lang="en-US"/>
              <a:t>Presentation title</a:t>
            </a:r>
          </a:p>
        </p:txBody>
      </p:sp>
      <p:sp>
        <p:nvSpPr>
          <p:cNvPr id="5" name="Date Placeholder 4">
            <a:extLst>
              <a:ext uri="{FF2B5EF4-FFF2-40B4-BE49-F238E27FC236}">
                <a16:creationId xmlns:a16="http://schemas.microsoft.com/office/drawing/2014/main" id="{42B07656-FDD0-1CCB-57C9-0B3A32C50CD6}"/>
              </a:ext>
            </a:extLst>
          </p:cNvPr>
          <p:cNvSpPr>
            <a:spLocks noGrp="1"/>
          </p:cNvSpPr>
          <p:nvPr>
            <p:ph type="dt" sz="half" idx="14"/>
          </p:nvPr>
        </p:nvSpPr>
        <p:spPr>
          <a:xfrm>
            <a:off x="3006709" y="6126480"/>
            <a:ext cx="1626250" cy="365125"/>
          </a:xfrm>
        </p:spPr>
        <p:txBody>
          <a:bodyPr/>
          <a:lstStyle/>
          <a:p>
            <a:fld id="{84E3F07D-7317-3440-A531-3AA29DD45979}" type="datetime1">
              <a:rPr lang="en-US" smtClean="0"/>
              <a:t>5/19/2026</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547360" y="457200"/>
            <a:ext cx="6187440" cy="59436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2525508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02DD718-F017-AE4C-FB9F-B4557EA33522}"/>
              </a:ext>
            </a:extLst>
          </p:cNvPr>
          <p:cNvSpPr/>
          <p:nvPr/>
        </p:nvSpPr>
        <p:spPr>
          <a:xfrm>
            <a:off x="0" y="-1"/>
            <a:ext cx="7162800" cy="6858001"/>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622618" y="457200"/>
            <a:ext cx="4112182" cy="4320310"/>
          </a:xfrm>
        </p:spPr>
        <p:txBody>
          <a:bodyPr vert="horz" lIns="91440" tIns="45720" rIns="91440" bIns="45720" rtlCol="0" anchor="t">
            <a:normAutofit/>
          </a:bodyPr>
          <a:lstStyle>
            <a:lvl1pPr>
              <a:defRPr lang="en-US" sz="3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22618" y="4870174"/>
            <a:ext cx="4114800" cy="1033669"/>
          </a:xfrm>
        </p:spPr>
        <p:txBody>
          <a:bodyPr vert="horz" lIns="91440" tIns="45720" rIns="91440" bIns="45720" rtlCol="0" anchor="b">
            <a:normAutofit/>
          </a:bodyPr>
          <a:lstStyle>
            <a:lvl1pPr marL="0" indent="0">
              <a:buNone/>
              <a:defRPr lang="en-US" sz="1600" cap="all" spc="100" baseline="0" dirty="0"/>
            </a:lvl1pPr>
          </a:lstStyle>
          <a:p>
            <a:pPr lvl="0"/>
            <a:r>
              <a:rPr lang="en-US"/>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noChangeAspect="1"/>
          </p:cNvSpPr>
          <p:nvPr>
            <p:ph type="pic" sz="quarter" idx="14" hasCustomPrompt="1"/>
          </p:nvPr>
        </p:nvSpPr>
        <p:spPr>
          <a:xfrm>
            <a:off x="457200" y="457200"/>
            <a:ext cx="6236252" cy="59436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10" name="Slide Number Placeholder 9">
            <a:extLst>
              <a:ext uri="{FF2B5EF4-FFF2-40B4-BE49-F238E27FC236}">
                <a16:creationId xmlns:a16="http://schemas.microsoft.com/office/drawing/2014/main" id="{5746577E-8831-2287-F882-043365FBE386}"/>
              </a:ext>
            </a:extLst>
          </p:cNvPr>
          <p:cNvSpPr>
            <a:spLocks noGrp="1"/>
          </p:cNvSpPr>
          <p:nvPr>
            <p:ph type="sldNum" sz="quarter" idx="17"/>
          </p:nvPr>
        </p:nvSpPr>
        <p:spPr>
          <a:xfrm>
            <a:off x="7630823" y="6126480"/>
            <a:ext cx="365760" cy="365125"/>
          </a:xfrm>
        </p:spPr>
        <p:txBody>
          <a:bodyPr/>
          <a:lstStyle/>
          <a:p>
            <a:fld id="{40B778AE-8D30-EC43-B255-420E7914C179}" type="slidenum">
              <a:rPr lang="en-US" smtClean="0"/>
              <a:pPr/>
              <a:t>‹#›</a:t>
            </a:fld>
            <a:endParaRPr lang="en-US"/>
          </a:p>
        </p:txBody>
      </p:sp>
      <p:sp>
        <p:nvSpPr>
          <p:cNvPr id="9" name="Footer Placeholder 8">
            <a:extLst>
              <a:ext uri="{FF2B5EF4-FFF2-40B4-BE49-F238E27FC236}">
                <a16:creationId xmlns:a16="http://schemas.microsoft.com/office/drawing/2014/main" id="{678256CB-DBBA-7F98-5D6E-65BAC308069D}"/>
              </a:ext>
            </a:extLst>
          </p:cNvPr>
          <p:cNvSpPr>
            <a:spLocks noGrp="1"/>
          </p:cNvSpPr>
          <p:nvPr>
            <p:ph type="ftr" sz="quarter" idx="16"/>
          </p:nvPr>
        </p:nvSpPr>
        <p:spPr>
          <a:xfrm>
            <a:off x="8028420" y="6126480"/>
            <a:ext cx="2717314" cy="365125"/>
          </a:xfrm>
        </p:spPr>
        <p:txBody>
          <a:bodyPr/>
          <a:lstStyle/>
          <a:p>
            <a:r>
              <a:rPr lang="en-US"/>
              <a:t>Presentation title</a:t>
            </a:r>
          </a:p>
        </p:txBody>
      </p:sp>
      <p:sp>
        <p:nvSpPr>
          <p:cNvPr id="8" name="Date Placeholder 7">
            <a:extLst>
              <a:ext uri="{FF2B5EF4-FFF2-40B4-BE49-F238E27FC236}">
                <a16:creationId xmlns:a16="http://schemas.microsoft.com/office/drawing/2014/main" id="{897DDC16-6E73-6885-8380-0E401292C07E}"/>
              </a:ext>
            </a:extLst>
          </p:cNvPr>
          <p:cNvSpPr>
            <a:spLocks noGrp="1"/>
          </p:cNvSpPr>
          <p:nvPr>
            <p:ph type="dt" sz="half" idx="15"/>
          </p:nvPr>
        </p:nvSpPr>
        <p:spPr>
          <a:xfrm>
            <a:off x="10745734" y="6126480"/>
            <a:ext cx="991684" cy="365125"/>
          </a:xfrm>
        </p:spPr>
        <p:txBody>
          <a:bodyPr/>
          <a:lstStyle/>
          <a:p>
            <a:fld id="{28CD2E8A-C0A9-4347-A584-9C026C30AB40}" type="datetime1">
              <a:rPr lang="en-US" smtClean="0"/>
              <a:t>5/19/2026</a:t>
            </a:fld>
            <a:endParaRPr lang="en-US"/>
          </a:p>
        </p:txBody>
      </p:sp>
    </p:spTree>
    <p:extLst>
      <p:ext uri="{BB962C8B-B14F-4D97-AF65-F5344CB8AC3E}">
        <p14:creationId xmlns:p14="http://schemas.microsoft.com/office/powerpoint/2010/main" val="186965138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0246537-4B75-474B-2A12-4A3572BEA2EC}"/>
              </a:ext>
            </a:extLst>
          </p:cNvPr>
          <p:cNvSpPr/>
          <p:nvPr/>
        </p:nvSpPr>
        <p:spPr>
          <a:xfrm>
            <a:off x="0" y="-1"/>
            <a:ext cx="7315200" cy="6858001"/>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70584" y="457200"/>
            <a:ext cx="4114800" cy="3799725"/>
          </a:xfrm>
        </p:spPr>
        <p:txBody>
          <a:bodyPr vert="horz" lIns="91440" tIns="45720" rIns="91440" bIns="45720" rtlCol="0" anchor="b">
            <a:normAutofit/>
          </a:bodyPr>
          <a:lstStyle>
            <a:lvl1pPr>
              <a:defRPr lang="en-US" sz="3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770581" y="4403039"/>
            <a:ext cx="3959352" cy="1463040"/>
          </a:xfrm>
        </p:spPr>
        <p:txBody>
          <a:bodyPr vert="horz" lIns="91440" tIns="45720" rIns="91440" bIns="45720" rtlCol="0">
            <a:normAutofit/>
          </a:bodyPr>
          <a:lstStyle>
            <a:lvl1pPr marL="0" indent="0">
              <a:buNone/>
              <a:defRPr lang="en-US" sz="1600" cap="all" spc="100" baseline="0" dirty="0"/>
            </a:lvl1pPr>
          </a:lstStyle>
          <a:p>
            <a:pPr lvl="0"/>
            <a:r>
              <a:rPr lang="en-US"/>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457200" y="457200"/>
            <a:ext cx="6400800" cy="59436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10" name="Slide Number Placeholder 9">
            <a:extLst>
              <a:ext uri="{FF2B5EF4-FFF2-40B4-BE49-F238E27FC236}">
                <a16:creationId xmlns:a16="http://schemas.microsoft.com/office/drawing/2014/main" id="{4F15057E-7A11-B5DB-0534-D81539866464}"/>
              </a:ext>
            </a:extLst>
          </p:cNvPr>
          <p:cNvSpPr>
            <a:spLocks noGrp="1"/>
          </p:cNvSpPr>
          <p:nvPr>
            <p:ph type="sldNum" sz="quarter" idx="17"/>
          </p:nvPr>
        </p:nvSpPr>
        <p:spPr>
          <a:xfrm>
            <a:off x="7776118" y="6126480"/>
            <a:ext cx="365760" cy="365125"/>
          </a:xfrm>
        </p:spPr>
        <p:txBody>
          <a:bodyPr/>
          <a:lstStyle/>
          <a:p>
            <a:fld id="{40B778AE-8D30-EC43-B255-420E7914C179}" type="slidenum">
              <a:rPr lang="en-US" smtClean="0"/>
              <a:pPr/>
              <a:t>‹#›</a:t>
            </a:fld>
            <a:endParaRPr lang="en-US"/>
          </a:p>
        </p:txBody>
      </p:sp>
      <p:sp>
        <p:nvSpPr>
          <p:cNvPr id="9" name="Footer Placeholder 8">
            <a:extLst>
              <a:ext uri="{FF2B5EF4-FFF2-40B4-BE49-F238E27FC236}">
                <a16:creationId xmlns:a16="http://schemas.microsoft.com/office/drawing/2014/main" id="{3574E8DD-5B33-6D4C-0DDF-CB27D8491EEF}"/>
              </a:ext>
            </a:extLst>
          </p:cNvPr>
          <p:cNvSpPr>
            <a:spLocks noGrp="1"/>
          </p:cNvSpPr>
          <p:nvPr>
            <p:ph type="ftr" sz="quarter" idx="16"/>
          </p:nvPr>
        </p:nvSpPr>
        <p:spPr>
          <a:xfrm>
            <a:off x="8173715" y="6126480"/>
            <a:ext cx="2522862" cy="365125"/>
          </a:xfrm>
        </p:spPr>
        <p:txBody>
          <a:bodyPr/>
          <a:lstStyle/>
          <a:p>
            <a:r>
              <a:rPr lang="en-US"/>
              <a:t>Presentation title</a:t>
            </a:r>
          </a:p>
        </p:txBody>
      </p:sp>
      <p:sp>
        <p:nvSpPr>
          <p:cNvPr id="8" name="Date Placeholder 7">
            <a:extLst>
              <a:ext uri="{FF2B5EF4-FFF2-40B4-BE49-F238E27FC236}">
                <a16:creationId xmlns:a16="http://schemas.microsoft.com/office/drawing/2014/main" id="{BDF415EC-0AD6-6198-0FC5-D47053F2FBF0}"/>
              </a:ext>
            </a:extLst>
          </p:cNvPr>
          <p:cNvSpPr>
            <a:spLocks noGrp="1"/>
          </p:cNvSpPr>
          <p:nvPr>
            <p:ph type="dt" sz="half" idx="15"/>
          </p:nvPr>
        </p:nvSpPr>
        <p:spPr>
          <a:xfrm>
            <a:off x="10781835" y="6126480"/>
            <a:ext cx="948098" cy="365125"/>
          </a:xfrm>
        </p:spPr>
        <p:txBody>
          <a:bodyPr/>
          <a:lstStyle/>
          <a:p>
            <a:fld id="{B2E8E543-FE9A-4843-9AB8-691F5895E16D}" type="datetime1">
              <a:rPr lang="en-US" smtClean="0"/>
              <a:t>5/19/2026</a:t>
            </a:fld>
            <a:endParaRPr lang="en-US"/>
          </a:p>
        </p:txBody>
      </p:sp>
    </p:spTree>
    <p:extLst>
      <p:ext uri="{BB962C8B-B14F-4D97-AF65-F5344CB8AC3E}">
        <p14:creationId xmlns:p14="http://schemas.microsoft.com/office/powerpoint/2010/main" val="207342003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895BD72-5536-F3FE-33EF-8633D55A2D61}"/>
              </a:ext>
            </a:extLst>
          </p:cNvPr>
          <p:cNvSpPr/>
          <p:nvPr/>
        </p:nvSpPr>
        <p:spPr>
          <a:xfrm>
            <a:off x="468772" y="1155432"/>
            <a:ext cx="11274552" cy="4253883"/>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059B19-9CED-B375-2B62-A6035F09E51A}"/>
              </a:ext>
            </a:extLst>
          </p:cNvPr>
          <p:cNvSpPr>
            <a:spLocks noGrp="1"/>
          </p:cNvSpPr>
          <p:nvPr>
            <p:ph type="ctrTitle"/>
          </p:nvPr>
        </p:nvSpPr>
        <p:spPr>
          <a:xfrm>
            <a:off x="458724" y="5656357"/>
            <a:ext cx="11274552" cy="935512"/>
          </a:xfrm>
        </p:spPr>
        <p:txBody>
          <a:bodyPr anchor="ctr" anchorCtr="0">
            <a:normAutofit/>
          </a:bodyPr>
          <a:lstStyle>
            <a:lvl1pPr algn="ctr">
              <a:defRPr sz="4800"/>
            </a:lvl1pPr>
          </a:lstStyle>
          <a:p>
            <a:r>
              <a:rPr lang="en-US"/>
              <a:t>Click to edit Master title style</a:t>
            </a:r>
          </a:p>
        </p:txBody>
      </p:sp>
      <p:sp>
        <p:nvSpPr>
          <p:cNvPr id="3" name="Subtitle 2">
            <a:extLst>
              <a:ext uri="{FF2B5EF4-FFF2-40B4-BE49-F238E27FC236}">
                <a16:creationId xmlns:a16="http://schemas.microsoft.com/office/drawing/2014/main" id="{79AA7984-A4B6-F007-847A-B07D938E62D2}"/>
              </a:ext>
            </a:extLst>
          </p:cNvPr>
          <p:cNvSpPr>
            <a:spLocks noGrp="1"/>
          </p:cNvSpPr>
          <p:nvPr>
            <p:ph type="subTitle" idx="1"/>
          </p:nvPr>
        </p:nvSpPr>
        <p:spPr>
          <a:xfrm>
            <a:off x="1921329" y="365760"/>
            <a:ext cx="8349343" cy="540708"/>
          </a:xfrm>
        </p:spPr>
        <p:txBody>
          <a:bodyPr anchor="ctr" anchorCtr="0">
            <a:normAutofit/>
          </a:bodyPr>
          <a:lstStyle>
            <a:lvl1pPr marL="0" indent="0" algn="ctr">
              <a:buNone/>
              <a:defRPr sz="16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Picture 5" descr="A lemons on a branch with leaves&#10;&#10;AI-generated content may be incorrect.">
            <a:extLst>
              <a:ext uri="{FF2B5EF4-FFF2-40B4-BE49-F238E27FC236}">
                <a16:creationId xmlns:a16="http://schemas.microsoft.com/office/drawing/2014/main" id="{3C01443A-552D-4FF4-DE2A-271C95288DF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956459" y="1155432"/>
            <a:ext cx="4279082" cy="4590288"/>
          </a:xfrm>
          <a:prstGeom prst="rect">
            <a:avLst/>
          </a:prstGeom>
        </p:spPr>
      </p:pic>
    </p:spTree>
    <p:extLst>
      <p:ext uri="{BB962C8B-B14F-4D97-AF65-F5344CB8AC3E}">
        <p14:creationId xmlns:p14="http://schemas.microsoft.com/office/powerpoint/2010/main" val="21172306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1DE5E9-85A8-0FC5-7F43-2E0EABF782DF}"/>
              </a:ext>
            </a:extLst>
          </p:cNvPr>
          <p:cNvSpPr/>
          <p:nvPr/>
        </p:nvSpPr>
        <p:spPr>
          <a:xfrm>
            <a:off x="457200" y="457199"/>
            <a:ext cx="4092338" cy="59436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1650CA3D-7603-670A-D8C7-708AE9FA2FD9}"/>
              </a:ext>
            </a:extLst>
          </p:cNvPr>
          <p:cNvSpPr>
            <a:spLocks noGrp="1"/>
          </p:cNvSpPr>
          <p:nvPr>
            <p:ph type="title"/>
          </p:nvPr>
        </p:nvSpPr>
        <p:spPr>
          <a:xfrm>
            <a:off x="5029198" y="1711444"/>
            <a:ext cx="6858001" cy="4929772"/>
          </a:xfrm>
        </p:spPr>
        <p:txBody>
          <a:bodyPr anchor="b"/>
          <a:lstStyle>
            <a:lvl1pPr>
              <a:defRPr sz="6600"/>
            </a:lvl1pPr>
          </a:lstStyle>
          <a:p>
            <a:r>
              <a:rPr lang="en-US"/>
              <a:t>Click to edit Master title style</a:t>
            </a:r>
          </a:p>
        </p:txBody>
      </p:sp>
      <p:sp>
        <p:nvSpPr>
          <p:cNvPr id="9" name="Subtitle 2">
            <a:extLst>
              <a:ext uri="{FF2B5EF4-FFF2-40B4-BE49-F238E27FC236}">
                <a16:creationId xmlns:a16="http://schemas.microsoft.com/office/drawing/2014/main" id="{211682ED-44B0-7547-E137-F0B1DA936397}"/>
              </a:ext>
            </a:extLst>
          </p:cNvPr>
          <p:cNvSpPr>
            <a:spLocks noGrp="1"/>
          </p:cNvSpPr>
          <p:nvPr>
            <p:ph type="subTitle" idx="1"/>
          </p:nvPr>
        </p:nvSpPr>
        <p:spPr>
          <a:xfrm>
            <a:off x="5029200" y="383629"/>
            <a:ext cx="3899647" cy="977154"/>
          </a:xfrm>
        </p:spPr>
        <p:txBody>
          <a:bodyPr vert="horz" lIns="91440" tIns="45720" rIns="91440" bIns="45720" rtlCol="0">
            <a:normAutofit/>
          </a:bodyPr>
          <a:lstStyle>
            <a:lvl1pPr marL="0" indent="0">
              <a:buNone/>
              <a:defRPr lang="en-US" sz="1600" cap="all" spc="100" baseline="0" dirty="0"/>
            </a:lvl1pPr>
          </a:lstStyle>
          <a:p>
            <a:pPr lvl="0"/>
            <a:r>
              <a:rPr lang="en-US"/>
              <a:t>Click to edit Master subtitle style</a:t>
            </a:r>
          </a:p>
        </p:txBody>
      </p:sp>
      <p:pic>
        <p:nvPicPr>
          <p:cNvPr id="6" name="Picture 5" descr="A lemons on a branch with leaves&#10;&#10;AI-generated content may be incorrect.">
            <a:extLst>
              <a:ext uri="{FF2B5EF4-FFF2-40B4-BE49-F238E27FC236}">
                <a16:creationId xmlns:a16="http://schemas.microsoft.com/office/drawing/2014/main" id="{15BE8FF9-7851-AB46-405F-0AA70A4B66AC}"/>
              </a:ext>
            </a:extLst>
          </p:cNvPr>
          <p:cNvPicPr>
            <a:picLocks noChangeAspect="1"/>
          </p:cNvPicPr>
          <p:nvPr/>
        </p:nvPicPr>
        <p:blipFill>
          <a:blip r:embed="rId2" cstate="email">
            <a:extLst>
              <a:ext uri="{28A0092B-C50C-407E-A947-70E740481C1C}">
                <a14:useLocalDpi xmlns:a14="http://schemas.microsoft.com/office/drawing/2010/main"/>
              </a:ext>
            </a:extLst>
          </a:blip>
          <a:srcRect l="18613" t="-1" b="-3044"/>
          <a:stretch>
            <a:fillRect/>
          </a:stretch>
        </p:blipFill>
        <p:spPr>
          <a:xfrm>
            <a:off x="457200" y="460148"/>
            <a:ext cx="4710576" cy="6397851"/>
          </a:xfrm>
          <a:prstGeom prst="rect">
            <a:avLst/>
          </a:prstGeom>
        </p:spPr>
      </p:pic>
    </p:spTree>
    <p:extLst>
      <p:ext uri="{BB962C8B-B14F-4D97-AF65-F5344CB8AC3E}">
        <p14:creationId xmlns:p14="http://schemas.microsoft.com/office/powerpoint/2010/main" val="350686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57200" y="457198"/>
            <a:ext cx="5140452" cy="6199632"/>
          </a:xfrm>
        </p:spPr>
        <p:txBody>
          <a:bodyPr vert="horz" lIns="91440" tIns="45720" rIns="91440" bIns="45720" rtlCol="0" anchor="b">
            <a:normAutofit/>
          </a:bodyPr>
          <a:lstStyle>
            <a:lvl1pPr>
              <a:defRPr lang="en-US" sz="7200" dirty="0">
                <a:solidFill>
                  <a:schemeClr val="tx1"/>
                </a:solidFill>
              </a:defRPr>
            </a:lvl1pPr>
          </a:lstStyle>
          <a:p>
            <a:pPr lvl="0"/>
            <a:r>
              <a:rPr lang="en-US"/>
              <a:t>Section Header</a:t>
            </a:r>
          </a:p>
        </p:txBody>
      </p:sp>
      <p:sp>
        <p:nvSpPr>
          <p:cNvPr id="9" name="Rectangle 8">
            <a:extLst>
              <a:ext uri="{FF2B5EF4-FFF2-40B4-BE49-F238E27FC236}">
                <a16:creationId xmlns:a16="http://schemas.microsoft.com/office/drawing/2014/main" id="{8FA4AE76-095C-A207-5846-53F5F689F718}"/>
              </a:ext>
            </a:extLst>
          </p:cNvPr>
          <p:cNvSpPr/>
          <p:nvPr/>
        </p:nvSpPr>
        <p:spPr>
          <a:xfrm>
            <a:off x="6096000" y="457200"/>
            <a:ext cx="5617029" cy="5943601"/>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lemons on a branch with blue leaves&#10;&#10;AI-generated content may be incorrect.">
            <a:extLst>
              <a:ext uri="{FF2B5EF4-FFF2-40B4-BE49-F238E27FC236}">
                <a16:creationId xmlns:a16="http://schemas.microsoft.com/office/drawing/2014/main" id="{65E78305-C5E3-6063-CB40-26C0D5E00CC1}"/>
              </a:ext>
            </a:extLst>
          </p:cNvPr>
          <p:cNvPicPr>
            <a:picLocks noChangeAspect="1"/>
          </p:cNvPicPr>
          <p:nvPr/>
        </p:nvPicPr>
        <p:blipFill>
          <a:blip r:embed="rId2"/>
          <a:stretch>
            <a:fillRect/>
          </a:stretch>
        </p:blipFill>
        <p:spPr>
          <a:xfrm>
            <a:off x="4435553" y="457194"/>
            <a:ext cx="7277476" cy="5943599"/>
          </a:xfrm>
          <a:prstGeom prst="rect">
            <a:avLst/>
          </a:prstGeom>
        </p:spPr>
      </p:pic>
    </p:spTree>
    <p:extLst>
      <p:ext uri="{BB962C8B-B14F-4D97-AF65-F5344CB8AC3E}">
        <p14:creationId xmlns:p14="http://schemas.microsoft.com/office/powerpoint/2010/main" val="232061398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303520" y="798790"/>
            <a:ext cx="6400800" cy="1247197"/>
          </a:xfrm>
        </p:spPr>
        <p:txBody>
          <a:bodyPr anchor="t" anchorCtr="0">
            <a:normAutofit/>
          </a:bodyPr>
          <a:lstStyle>
            <a:lvl1pPr>
              <a:defRPr sz="48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303520" y="2557825"/>
            <a:ext cx="6400800" cy="3185025"/>
          </a:xfrm>
        </p:spPr>
        <p:txBody>
          <a:bodyPr anchor="b" anchorCtr="0">
            <a:normAutofit/>
          </a:bodyPr>
          <a:lstStyle>
            <a:lvl1pPr marL="0" indent="-320040">
              <a:spcBef>
                <a:spcPts val="1800"/>
              </a:spcBef>
              <a:buFont typeface="+mj-lt"/>
              <a:buAutoNum type="arabicPeriod"/>
              <a:defRPr sz="1800"/>
            </a:lvl1pPr>
            <a:lvl2pPr marL="457200" indent="-320040">
              <a:spcBef>
                <a:spcPts val="1800"/>
              </a:spcBef>
              <a:buFont typeface="+mj-lt"/>
              <a:buAutoNum type="arabicPeriod"/>
              <a:defRPr sz="1600"/>
            </a:lvl2pPr>
            <a:lvl3pPr marL="685800" indent="-320040">
              <a:spcBef>
                <a:spcPts val="1800"/>
              </a:spcBef>
              <a:buFont typeface="+mj-lt"/>
              <a:buAutoNum type="arabicPeriod"/>
              <a:defRPr sz="1400"/>
            </a:lvl3pPr>
            <a:lvl4pPr marL="804672" indent="-320040">
              <a:spcBef>
                <a:spcPts val="1800"/>
              </a:spcBef>
              <a:buFont typeface="+mj-lt"/>
              <a:buAutoNum type="arabicPeriod"/>
              <a:defRPr sz="1400"/>
            </a:lvl4pPr>
            <a:lvl5pPr marL="1024128" indent="-320040">
              <a:spcBef>
                <a:spcPts val="1800"/>
              </a:spcBef>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Presentation title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D4F4F1D5-6C74-2344-B02C-988BD7DE5058}" type="datetime1">
              <a:rPr lang="en-US" smtClean="0"/>
              <a:t>5/19/2026</a:t>
            </a:fld>
            <a:endParaRPr lang="en-US"/>
          </a:p>
        </p:txBody>
      </p:sp>
      <p:sp>
        <p:nvSpPr>
          <p:cNvPr id="6" name="Rectangle 5">
            <a:extLst>
              <a:ext uri="{FF2B5EF4-FFF2-40B4-BE49-F238E27FC236}">
                <a16:creationId xmlns:a16="http://schemas.microsoft.com/office/drawing/2014/main" id="{D8081EAF-576F-9050-A03B-54F899B4C07A}"/>
              </a:ext>
            </a:extLst>
          </p:cNvPr>
          <p:cNvSpPr/>
          <p:nvPr/>
        </p:nvSpPr>
        <p:spPr>
          <a:xfrm>
            <a:off x="411481" y="914400"/>
            <a:ext cx="4389990" cy="475488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lemon on a branch&#10;&#10;AI-generated content may be incorrect.">
            <a:extLst>
              <a:ext uri="{FF2B5EF4-FFF2-40B4-BE49-F238E27FC236}">
                <a16:creationId xmlns:a16="http://schemas.microsoft.com/office/drawing/2014/main" id="{C7EE14FD-1F7E-7416-B121-07AC7950DD58}"/>
              </a:ext>
            </a:extLst>
          </p:cNvPr>
          <p:cNvPicPr>
            <a:picLocks noChangeAspect="1"/>
          </p:cNvPicPr>
          <p:nvPr/>
        </p:nvPicPr>
        <p:blipFill>
          <a:blip r:embed="rId2"/>
          <a:stretch>
            <a:fillRect/>
          </a:stretch>
        </p:blipFill>
        <p:spPr>
          <a:xfrm>
            <a:off x="218154" y="557784"/>
            <a:ext cx="4798070" cy="5394960"/>
          </a:xfrm>
          <a:prstGeom prst="rect">
            <a:avLst/>
          </a:prstGeom>
        </p:spPr>
      </p:pic>
    </p:spTree>
    <p:extLst>
      <p:ext uri="{BB962C8B-B14F-4D97-AF65-F5344CB8AC3E}">
        <p14:creationId xmlns:p14="http://schemas.microsoft.com/office/powerpoint/2010/main" val="1148523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5F09020-BF03-712A-9029-505DB1E628D4}"/>
              </a:ext>
            </a:extLst>
          </p:cNvPr>
          <p:cNvSpPr/>
          <p:nvPr/>
        </p:nvSpPr>
        <p:spPr>
          <a:xfrm>
            <a:off x="411480" y="408561"/>
            <a:ext cx="11346580" cy="547788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914400" y="914399"/>
            <a:ext cx="3749040" cy="2834640"/>
          </a:xfrm>
        </p:spPr>
        <p:txBody>
          <a:bodyPr anchor="t" anchorCtr="0">
            <a:normAutofit/>
          </a:bodyPr>
          <a:lstStyle>
            <a:lvl1pPr>
              <a:defRPr sz="48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140568" y="914399"/>
            <a:ext cx="6126480" cy="4480560"/>
          </a:xfrm>
        </p:spPr>
        <p:txBody>
          <a:bodyPr anchor="t" anchorCtr="0">
            <a:normAutofit/>
          </a:bodyPr>
          <a:lstStyle>
            <a:lvl1pPr marL="0" indent="-320040">
              <a:spcBef>
                <a:spcPts val="1800"/>
              </a:spcBef>
              <a:buFont typeface="+mj-lt"/>
              <a:buAutoNum type="arabicPeriod"/>
              <a:defRPr sz="1800"/>
            </a:lvl1pPr>
            <a:lvl2pPr marL="457200" indent="-320040">
              <a:spcBef>
                <a:spcPts val="1800"/>
              </a:spcBef>
              <a:buFont typeface="+mj-lt"/>
              <a:buAutoNum type="arabicPeriod"/>
              <a:defRPr sz="1600"/>
            </a:lvl2pPr>
            <a:lvl3pPr marL="685800" indent="-320040">
              <a:spcBef>
                <a:spcPts val="1800"/>
              </a:spcBef>
              <a:buFont typeface="+mj-lt"/>
              <a:buAutoNum type="arabicPeriod"/>
              <a:defRPr sz="1400"/>
            </a:lvl3pPr>
            <a:lvl4pPr marL="804672" indent="-320040">
              <a:spcBef>
                <a:spcPts val="1800"/>
              </a:spcBef>
              <a:buFont typeface="+mj-lt"/>
              <a:buAutoNum type="arabicPeriod"/>
              <a:defRPr sz="1400"/>
            </a:lvl4pPr>
            <a:lvl5pPr marL="1024128" indent="-320040">
              <a:spcBef>
                <a:spcPts val="1800"/>
              </a:spcBef>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Presentation title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DF926B5E-0855-9440-AA3D-7D15E0A5A0A9}" type="datetime1">
              <a:rPr lang="en-US" smtClean="0"/>
              <a:t>5/19/2026</a:t>
            </a:fld>
            <a:endParaRPr lang="en-US"/>
          </a:p>
        </p:txBody>
      </p:sp>
      <p:pic>
        <p:nvPicPr>
          <p:cNvPr id="12" name="Picture 11" descr="Blue leaves on a black background&#10;&#10;AI-generated content may be incorrect.">
            <a:extLst>
              <a:ext uri="{FF2B5EF4-FFF2-40B4-BE49-F238E27FC236}">
                <a16:creationId xmlns:a16="http://schemas.microsoft.com/office/drawing/2014/main" id="{8C201F69-ACDC-EC3F-66B0-D7107872DC8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3804153"/>
            <a:ext cx="1917700" cy="1346200"/>
          </a:xfrm>
          <a:prstGeom prst="rect">
            <a:avLst/>
          </a:prstGeom>
        </p:spPr>
      </p:pic>
    </p:spTree>
    <p:extLst>
      <p:ext uri="{BB962C8B-B14F-4D97-AF65-F5344CB8AC3E}">
        <p14:creationId xmlns:p14="http://schemas.microsoft.com/office/powerpoint/2010/main" val="33707787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DB4B979-1FB0-5E72-46AC-50BC7CFE6907}"/>
              </a:ext>
            </a:extLst>
          </p:cNvPr>
          <p:cNvSpPr/>
          <p:nvPr/>
        </p:nvSpPr>
        <p:spPr>
          <a:xfrm>
            <a:off x="0" y="-1"/>
            <a:ext cx="457200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045223" y="914400"/>
            <a:ext cx="6126480" cy="1188720"/>
          </a:xfrm>
        </p:spPr>
        <p:txBody>
          <a:bodyPr anchor="t" anchorCtr="0">
            <a:normAutofit/>
          </a:bodyPr>
          <a:lstStyle>
            <a:lvl1pPr>
              <a:defRPr sz="4800"/>
            </a:lvl1pPr>
          </a:lstStyle>
          <a:p>
            <a:r>
              <a:rPr lang="en-US"/>
              <a:t>Click to edit Master title style</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457200" y="457200"/>
            <a:ext cx="3657600" cy="59436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045224" y="2468880"/>
            <a:ext cx="6126480" cy="3436789"/>
          </a:xfrm>
        </p:spPr>
        <p:txBody>
          <a:bodyPr>
            <a:normAutofit/>
          </a:bodyPr>
          <a:lstStyle>
            <a:lvl1pPr marL="0" indent="-320040">
              <a:spcBef>
                <a:spcPts val="1800"/>
              </a:spcBef>
              <a:buFont typeface="+mj-lt"/>
              <a:buAutoNum type="arabicPeriod"/>
              <a:defRPr sz="2000" baseline="0"/>
            </a:lvl1pPr>
            <a:lvl2pPr marL="457200" indent="-320040">
              <a:spcBef>
                <a:spcPts val="1800"/>
              </a:spcBef>
              <a:buFont typeface="+mj-lt"/>
              <a:buAutoNum type="arabicPeriod"/>
              <a:defRPr sz="1800" baseline="0"/>
            </a:lvl2pPr>
            <a:lvl3pPr marL="685800" indent="-320040">
              <a:spcBef>
                <a:spcPts val="1800"/>
              </a:spcBef>
              <a:buFont typeface="+mj-lt"/>
              <a:buAutoNum type="arabicPeriod"/>
              <a:defRPr sz="1600" baseline="0"/>
            </a:lvl3pPr>
            <a:lvl4pPr marL="804672" indent="-320040">
              <a:spcBef>
                <a:spcPts val="1800"/>
              </a:spcBef>
              <a:buFont typeface="+mj-lt"/>
              <a:buAutoNum type="arabicPeriod"/>
              <a:defRPr sz="1400" baseline="0"/>
            </a:lvl4pPr>
            <a:lvl5pPr marL="1024128" indent="-320040">
              <a:spcBef>
                <a:spcPts val="1800"/>
              </a:spcBef>
              <a:buFont typeface="+mj-lt"/>
              <a:buAutoNum type="arabicPeriod"/>
              <a:defRPr sz="14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92F12806-9D4B-B331-8FBA-9E389069CF34}"/>
              </a:ext>
            </a:extLst>
          </p:cNvPr>
          <p:cNvSpPr>
            <a:spLocks noGrp="1"/>
          </p:cNvSpPr>
          <p:nvPr>
            <p:ph type="sldNum" sz="quarter" idx="17"/>
          </p:nvPr>
        </p:nvSpPr>
        <p:spPr>
          <a:xfrm>
            <a:off x="5050561" y="6126480"/>
            <a:ext cx="365760" cy="365125"/>
          </a:xfrm>
        </p:spPr>
        <p:txBody>
          <a:bodyPr/>
          <a:lstStyle/>
          <a:p>
            <a:fld id="{40B778AE-8D30-EC43-B255-420E7914C179}" type="slidenum">
              <a:rPr lang="en-US" smtClean="0"/>
              <a:pPr/>
              <a:t>‹#›</a:t>
            </a:fld>
            <a:endParaRPr lang="en-US"/>
          </a:p>
        </p:txBody>
      </p:sp>
      <p:sp>
        <p:nvSpPr>
          <p:cNvPr id="12" name="Footer Placeholder 11">
            <a:extLst>
              <a:ext uri="{FF2B5EF4-FFF2-40B4-BE49-F238E27FC236}">
                <a16:creationId xmlns:a16="http://schemas.microsoft.com/office/drawing/2014/main" id="{2D280FE9-C0C5-BEEF-1C01-F53C19D152E3}"/>
              </a:ext>
            </a:extLst>
          </p:cNvPr>
          <p:cNvSpPr>
            <a:spLocks noGrp="1"/>
          </p:cNvSpPr>
          <p:nvPr>
            <p:ph type="ftr" sz="quarter" idx="16"/>
          </p:nvPr>
        </p:nvSpPr>
        <p:spPr>
          <a:xfrm>
            <a:off x="5448158" y="6126480"/>
            <a:ext cx="4114800" cy="365125"/>
          </a:xfrm>
        </p:spPr>
        <p:txBody>
          <a:bodyPr/>
          <a:lstStyle/>
          <a:p>
            <a:r>
              <a:rPr lang="en-US"/>
              <a:t>Presentation title</a:t>
            </a:r>
          </a:p>
        </p:txBody>
      </p:sp>
      <p:sp>
        <p:nvSpPr>
          <p:cNvPr id="11" name="Date Placeholder 10">
            <a:extLst>
              <a:ext uri="{FF2B5EF4-FFF2-40B4-BE49-F238E27FC236}">
                <a16:creationId xmlns:a16="http://schemas.microsoft.com/office/drawing/2014/main" id="{A13CDBE3-275E-E9FB-D64A-5856C14B07C6}"/>
              </a:ext>
            </a:extLst>
          </p:cNvPr>
          <p:cNvSpPr>
            <a:spLocks noGrp="1"/>
          </p:cNvSpPr>
          <p:nvPr>
            <p:ph type="dt" sz="half" idx="15"/>
          </p:nvPr>
        </p:nvSpPr>
        <p:spPr>
          <a:xfrm>
            <a:off x="10429874" y="6126480"/>
            <a:ext cx="1328185" cy="365125"/>
          </a:xfrm>
        </p:spPr>
        <p:txBody>
          <a:bodyPr/>
          <a:lstStyle/>
          <a:p>
            <a:fld id="{20EA976F-543A-3147-8F10-92D90F1FB7DE}" type="datetime1">
              <a:rPr lang="en-US" smtClean="0"/>
              <a:t>5/19/2026</a:t>
            </a:fld>
            <a:endParaRPr lang="en-US"/>
          </a:p>
        </p:txBody>
      </p:sp>
      <p:pic>
        <p:nvPicPr>
          <p:cNvPr id="3" name="Picture 2" descr="A blue and black image of two birds&#10;&#10;AI-generated content may be incorrect.">
            <a:extLst>
              <a:ext uri="{FF2B5EF4-FFF2-40B4-BE49-F238E27FC236}">
                <a16:creationId xmlns:a16="http://schemas.microsoft.com/office/drawing/2014/main" id="{61A4B5C7-FD62-4D7D-A791-54AB1ABC8C5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9654540" y="3003334"/>
            <a:ext cx="4160520" cy="914400"/>
          </a:xfrm>
          <a:prstGeom prst="rect">
            <a:avLst/>
          </a:prstGeom>
        </p:spPr>
      </p:pic>
    </p:spTree>
    <p:extLst>
      <p:ext uri="{BB962C8B-B14F-4D97-AF65-F5344CB8AC3E}">
        <p14:creationId xmlns:p14="http://schemas.microsoft.com/office/powerpoint/2010/main" val="10539114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790911" y="2133600"/>
            <a:ext cx="6623436" cy="1070776"/>
          </a:xfrm>
        </p:spPr>
        <p:txBody>
          <a:bodyPr anchor="b">
            <a:normAutofit/>
          </a:bodyPr>
          <a:lstStyle>
            <a:lvl1pPr algn="ctr">
              <a:defRPr sz="28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768786" y="3335364"/>
            <a:ext cx="4659735" cy="1645198"/>
          </a:xfrm>
        </p:spPr>
        <p:txBody>
          <a:bodyPr/>
          <a:lstStyle>
            <a:lvl1pPr marL="0" indent="0" algn="ctr">
              <a:buNone/>
              <a:defRPr sz="1400"/>
            </a:lvl1pPr>
            <a:lvl2pPr marL="228600" indent="0" algn="ctr">
              <a:buNone/>
              <a:defRPr sz="1400"/>
            </a:lvl2pPr>
            <a:lvl3pPr marL="457200" indent="0" algn="ctr">
              <a:buNone/>
              <a:defRPr sz="1400"/>
            </a:lvl3pPr>
            <a:lvl4pPr marL="685800" indent="0" algn="ctr">
              <a:buNone/>
              <a:defRPr sz="1400"/>
            </a:lvl4pPr>
            <a:lvl5pPr marL="914400" indent="0" algn="ctr">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B262A3C-8A73-964C-A7B1-9C66EB8F456D}" type="datetime1">
              <a:rPr lang="en-US" smtClean="0"/>
              <a:t>5/19/2026</a:t>
            </a:fld>
            <a:endParaRPr lang="en-US"/>
          </a:p>
        </p:txBody>
      </p:sp>
      <p:pic>
        <p:nvPicPr>
          <p:cNvPr id="11" name="Picture 10" descr="A blue leaf on a black background&#10;&#10;AI-generated content may be incorrect.">
            <a:extLst>
              <a:ext uri="{FF2B5EF4-FFF2-40B4-BE49-F238E27FC236}">
                <a16:creationId xmlns:a16="http://schemas.microsoft.com/office/drawing/2014/main" id="{BED6ACC6-8535-9138-3CC3-23292E127C19}"/>
              </a:ext>
            </a:extLst>
          </p:cNvPr>
          <p:cNvPicPr>
            <a:picLocks noChangeAspect="1"/>
          </p:cNvPicPr>
          <p:nvPr/>
        </p:nvPicPr>
        <p:blipFill>
          <a:blip r:embed="rId2" cstate="email">
            <a:extLst>
              <a:ext uri="{28A0092B-C50C-407E-A947-70E740481C1C}">
                <a14:useLocalDpi xmlns:a14="http://schemas.microsoft.com/office/drawing/2010/main"/>
              </a:ext>
            </a:extLst>
          </a:blip>
          <a:srcRect t="41628"/>
          <a:stretch>
            <a:fillRect/>
          </a:stretch>
        </p:blipFill>
        <p:spPr>
          <a:xfrm flipH="1">
            <a:off x="1638457" y="-1"/>
            <a:ext cx="3509674" cy="1034177"/>
          </a:xfrm>
          <a:prstGeom prst="rect">
            <a:avLst/>
          </a:prstGeom>
        </p:spPr>
      </p:pic>
      <p:pic>
        <p:nvPicPr>
          <p:cNvPr id="13" name="Picture 12" descr="Blue leaves on a black background&#10;&#10;AI-generated content may be incorrect.">
            <a:extLst>
              <a:ext uri="{FF2B5EF4-FFF2-40B4-BE49-F238E27FC236}">
                <a16:creationId xmlns:a16="http://schemas.microsoft.com/office/drawing/2014/main" id="{9891E051-0BB5-0815-2DD6-BBEBCE60378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3804153"/>
            <a:ext cx="1917700" cy="1346200"/>
          </a:xfrm>
          <a:prstGeom prst="rect">
            <a:avLst/>
          </a:prstGeom>
        </p:spPr>
      </p:pic>
      <p:pic>
        <p:nvPicPr>
          <p:cNvPr id="14" name="Picture 13" descr="Blue leaves on a black background&#10;&#10;AI-generated content may be incorrect.">
            <a:extLst>
              <a:ext uri="{FF2B5EF4-FFF2-40B4-BE49-F238E27FC236}">
                <a16:creationId xmlns:a16="http://schemas.microsoft.com/office/drawing/2014/main" id="{B2C36771-C253-85DB-E144-61D9EB19FC8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flipV="1">
            <a:off x="10171959" y="780706"/>
            <a:ext cx="2020041" cy="1418042"/>
          </a:xfrm>
          <a:prstGeom prst="rect">
            <a:avLst/>
          </a:prstGeom>
        </p:spPr>
      </p:pic>
    </p:spTree>
    <p:extLst>
      <p:ext uri="{BB962C8B-B14F-4D97-AF65-F5344CB8AC3E}">
        <p14:creationId xmlns:p14="http://schemas.microsoft.com/office/powerpoint/2010/main" val="32790946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7902447-E63B-C699-1F10-66D1D40394D0}"/>
              </a:ext>
            </a:extLst>
          </p:cNvPr>
          <p:cNvSpPr/>
          <p:nvPr/>
        </p:nvSpPr>
        <p:spPr>
          <a:xfrm>
            <a:off x="-2" y="0"/>
            <a:ext cx="813816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9">
            <a:extLst>
              <a:ext uri="{FF2B5EF4-FFF2-40B4-BE49-F238E27FC236}">
                <a16:creationId xmlns:a16="http://schemas.microsoft.com/office/drawing/2014/main" id="{986283C0-8ECE-D2EA-E5E3-6F15CF154503}"/>
              </a:ext>
            </a:extLst>
          </p:cNvPr>
          <p:cNvSpPr>
            <a:spLocks noGrp="1"/>
          </p:cNvSpPr>
          <p:nvPr>
            <p:ph type="title"/>
          </p:nvPr>
        </p:nvSpPr>
        <p:spPr>
          <a:xfrm>
            <a:off x="8594234" y="1315451"/>
            <a:ext cx="3163825" cy="1888925"/>
          </a:xfrm>
        </p:spPr>
        <p:txBody>
          <a:bodyPr anchor="b"/>
          <a:lstStyle>
            <a:lvl1pPr>
              <a:defRPr sz="2800"/>
            </a:lvl1pPr>
          </a:lstStyle>
          <a:p>
            <a:r>
              <a:rPr lang="en-US"/>
              <a:t>Click to edit Master title style</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8560872" y="274320"/>
            <a:ext cx="365760" cy="365125"/>
          </a:xfrm>
        </p:spPr>
        <p:txBody>
          <a:bodyPr/>
          <a:lstStyle/>
          <a:p>
            <a:fld id="{AEAA3239-9EA4-4A65-A281-97F994456D9F}" type="slidenum">
              <a:rPr lang="en-US" smtClean="0"/>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958469" y="274320"/>
            <a:ext cx="1828800" cy="365125"/>
          </a:xfrm>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0819106" y="274320"/>
            <a:ext cx="938954" cy="365125"/>
          </a:xfrm>
        </p:spPr>
        <p:txBody>
          <a:bodyPr/>
          <a:lstStyle/>
          <a:p>
            <a:fld id="{16BEDD57-7FB0-8C49-978A-2E5AD4193CAB}" type="datetime1">
              <a:rPr lang="en-US" smtClean="0"/>
              <a:t>5/19/2026</a:t>
            </a:fld>
            <a:endParaRPr lang="en-US"/>
          </a:p>
        </p:txBody>
      </p:sp>
      <p:sp>
        <p:nvSpPr>
          <p:cNvPr id="13" name="Content Placeholder 12">
            <a:extLst>
              <a:ext uri="{FF2B5EF4-FFF2-40B4-BE49-F238E27FC236}">
                <a16:creationId xmlns:a16="http://schemas.microsoft.com/office/drawing/2014/main" id="{A7DC67AD-3301-6431-3E36-B83AA13337BC}"/>
              </a:ext>
            </a:extLst>
          </p:cNvPr>
          <p:cNvSpPr>
            <a:spLocks noGrp="1"/>
          </p:cNvSpPr>
          <p:nvPr>
            <p:ph sz="quarter" idx="14"/>
          </p:nvPr>
        </p:nvSpPr>
        <p:spPr>
          <a:xfrm>
            <a:off x="8595360" y="3335363"/>
            <a:ext cx="3162699" cy="2372709"/>
          </a:xfr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close up of a blue and yellow leaf&#10;&#10;AI-generated content may be incorrect.">
            <a:extLst>
              <a:ext uri="{FF2B5EF4-FFF2-40B4-BE49-F238E27FC236}">
                <a16:creationId xmlns:a16="http://schemas.microsoft.com/office/drawing/2014/main" id="{F4AA3198-0DF5-E044-FEBD-0A08E92D5144}"/>
              </a:ext>
            </a:extLst>
          </p:cNvPr>
          <p:cNvPicPr>
            <a:picLocks noChangeAspect="1"/>
          </p:cNvPicPr>
          <p:nvPr userDrawn="1"/>
        </p:nvPicPr>
        <p:blipFill>
          <a:blip r:embed="rId2"/>
          <a:stretch>
            <a:fillRect/>
          </a:stretch>
        </p:blipFill>
        <p:spPr>
          <a:xfrm>
            <a:off x="0" y="-1"/>
            <a:ext cx="9629190" cy="6857999"/>
          </a:xfrm>
          <a:prstGeom prst="rect">
            <a:avLst/>
          </a:prstGeom>
        </p:spPr>
      </p:pic>
    </p:spTree>
    <p:extLst>
      <p:ext uri="{BB962C8B-B14F-4D97-AF65-F5344CB8AC3E}">
        <p14:creationId xmlns:p14="http://schemas.microsoft.com/office/powerpoint/2010/main" val="5061976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7902447-E63B-C699-1F10-66D1D40394D0}"/>
              </a:ext>
            </a:extLst>
          </p:cNvPr>
          <p:cNvSpPr/>
          <p:nvPr/>
        </p:nvSpPr>
        <p:spPr>
          <a:xfrm>
            <a:off x="4053840" y="0"/>
            <a:ext cx="813816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4F807023-B064-9646-E49E-9AEF600F062B}"/>
              </a:ext>
            </a:extLst>
          </p:cNvPr>
          <p:cNvSpPr>
            <a:spLocks noGrp="1"/>
          </p:cNvSpPr>
          <p:nvPr>
            <p:ph type="title"/>
          </p:nvPr>
        </p:nvSpPr>
        <p:spPr>
          <a:xfrm>
            <a:off x="457200" y="1315453"/>
            <a:ext cx="3163824" cy="1888923"/>
          </a:xfrm>
        </p:spPr>
        <p:txBody>
          <a:bodyPr anchor="b"/>
          <a:lstStyle>
            <a:lvl1pPr>
              <a:defRPr sz="2800"/>
            </a:lvl1pPr>
          </a:lstStyle>
          <a:p>
            <a:r>
              <a:rPr lang="en-US"/>
              <a:t>Click to edit Master title style</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443249" y="274320"/>
            <a:ext cx="365760" cy="365125"/>
          </a:xfrm>
        </p:spPr>
        <p:txBody>
          <a:bodyPr/>
          <a:lstStyle/>
          <a:p>
            <a:fld id="{AEAA3239-9EA4-4A65-A281-97F994456D9F}" type="slidenum">
              <a:rPr lang="en-US" smtClean="0"/>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40846" y="274320"/>
            <a:ext cx="1828800" cy="365125"/>
          </a:xfrm>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2669646" y="274320"/>
            <a:ext cx="970791" cy="365125"/>
          </a:xfrm>
        </p:spPr>
        <p:txBody>
          <a:bodyPr/>
          <a:lstStyle/>
          <a:p>
            <a:fld id="{3398BDEE-7079-9E46-9D3D-C026D74D657A}" type="datetime1">
              <a:rPr lang="en-US" smtClean="0"/>
              <a:t>5/19/2026</a:t>
            </a:fld>
            <a:endParaRPr lang="en-US"/>
          </a:p>
        </p:txBody>
      </p:sp>
      <p:sp>
        <p:nvSpPr>
          <p:cNvPr id="13" name="Content Placeholder 12">
            <a:extLst>
              <a:ext uri="{FF2B5EF4-FFF2-40B4-BE49-F238E27FC236}">
                <a16:creationId xmlns:a16="http://schemas.microsoft.com/office/drawing/2014/main" id="{9C2635AD-DF42-C262-C20D-FDB7B411625D}"/>
              </a:ext>
            </a:extLst>
          </p:cNvPr>
          <p:cNvSpPr>
            <a:spLocks noGrp="1"/>
          </p:cNvSpPr>
          <p:nvPr>
            <p:ph sz="quarter" idx="14"/>
          </p:nvPr>
        </p:nvSpPr>
        <p:spPr>
          <a:xfrm>
            <a:off x="457200" y="3335364"/>
            <a:ext cx="3163824" cy="3107000"/>
          </a:xfr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1" name="Picture 10" descr="A lemons on a branch with leaves&#10;&#10;AI-generated content may be incorrect.">
            <a:extLst>
              <a:ext uri="{FF2B5EF4-FFF2-40B4-BE49-F238E27FC236}">
                <a16:creationId xmlns:a16="http://schemas.microsoft.com/office/drawing/2014/main" id="{ADF17735-1EF3-3E8F-EE23-73AE24B0CF1D}"/>
              </a:ext>
            </a:extLst>
          </p:cNvPr>
          <p:cNvPicPr>
            <a:picLocks noChangeAspect="1"/>
          </p:cNvPicPr>
          <p:nvPr/>
        </p:nvPicPr>
        <p:blipFill>
          <a:blip r:embed="rId2" cstate="email">
            <a:extLst>
              <a:ext uri="{28A0092B-C50C-407E-A947-70E740481C1C}">
                <a14:useLocalDpi xmlns:a14="http://schemas.microsoft.com/office/drawing/2010/main"/>
              </a:ext>
            </a:extLst>
          </a:blip>
          <a:srcRect t="715" r="9359" b="30270"/>
          <a:stretch>
            <a:fillRect/>
          </a:stretch>
        </p:blipFill>
        <p:spPr>
          <a:xfrm>
            <a:off x="3795759" y="0"/>
            <a:ext cx="8396241" cy="6858000"/>
          </a:xfrm>
          <a:prstGeom prst="rect">
            <a:avLst/>
          </a:prstGeom>
        </p:spPr>
      </p:pic>
    </p:spTree>
    <p:extLst>
      <p:ext uri="{BB962C8B-B14F-4D97-AF65-F5344CB8AC3E}">
        <p14:creationId xmlns:p14="http://schemas.microsoft.com/office/powerpoint/2010/main" val="8577256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47537" y="1731332"/>
            <a:ext cx="3493858" cy="3456894"/>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727014"/>
            <a:ext cx="4956175" cy="3461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B7DA1B6-7262-A14C-9D8B-572C17D5CCAA}" type="datetime1">
              <a:rPr lang="en-US" smtClean="0"/>
              <a:t>5/19/2026</a:t>
            </a:fld>
            <a:endParaRPr lang="en-US"/>
          </a:p>
        </p:txBody>
      </p:sp>
      <p:pic>
        <p:nvPicPr>
          <p:cNvPr id="7" name="Picture 6" descr="A blue and black image of two birds&#10;&#10;AI-generated content may be incorrect.">
            <a:extLst>
              <a:ext uri="{FF2B5EF4-FFF2-40B4-BE49-F238E27FC236}">
                <a16:creationId xmlns:a16="http://schemas.microsoft.com/office/drawing/2014/main" id="{53359F0E-3165-F69F-DECE-2D1FB68E174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14400" y="0"/>
            <a:ext cx="4160520" cy="919694"/>
          </a:xfrm>
          <a:prstGeom prst="rect">
            <a:avLst/>
          </a:prstGeom>
        </p:spPr>
      </p:pic>
    </p:spTree>
    <p:extLst>
      <p:ext uri="{BB962C8B-B14F-4D97-AF65-F5344CB8AC3E}">
        <p14:creationId xmlns:p14="http://schemas.microsoft.com/office/powerpoint/2010/main" val="12586799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914400"/>
            <a:ext cx="3923455" cy="4083580"/>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1" y="914400"/>
            <a:ext cx="6045390"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98B914E-727D-924F-AF8C-57D7CD572093}" type="datetime1">
              <a:rPr lang="en-US" smtClean="0"/>
              <a:t>5/19/2026</a:t>
            </a:fld>
            <a:endParaRPr lang="en-US"/>
          </a:p>
        </p:txBody>
      </p:sp>
      <p:pic>
        <p:nvPicPr>
          <p:cNvPr id="3" name="Picture 2" descr="A blue and black image of two birds&#10;&#10;AI-generated content may be incorrect.">
            <a:extLst>
              <a:ext uri="{FF2B5EF4-FFF2-40B4-BE49-F238E27FC236}">
                <a16:creationId xmlns:a16="http://schemas.microsoft.com/office/drawing/2014/main" id="{A830C04B-A250-7A15-C730-C6A3AFCB9C1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10800000">
            <a:off x="5175848" y="5943599"/>
            <a:ext cx="4160520" cy="914400"/>
          </a:xfrm>
          <a:prstGeom prst="rect">
            <a:avLst/>
          </a:prstGeom>
        </p:spPr>
      </p:pic>
    </p:spTree>
    <p:extLst>
      <p:ext uri="{BB962C8B-B14F-4D97-AF65-F5344CB8AC3E}">
        <p14:creationId xmlns:p14="http://schemas.microsoft.com/office/powerpoint/2010/main" val="10637550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766617" y="731520"/>
            <a:ext cx="8658766" cy="1005840"/>
          </a:xfrm>
        </p:spPr>
        <p:txBody>
          <a:bodyPr anchor="b" anchorCtr="0">
            <a:normAutofit/>
          </a:bodyPr>
          <a:lstStyle>
            <a:lvl1pPr algn="ctr">
              <a:defRPr sz="2800"/>
            </a:lvl1pPr>
          </a:lstStyle>
          <a:p>
            <a:r>
              <a:rPr lang="en-US"/>
              <a:t>Click to edit Master title style</a:t>
            </a:r>
          </a:p>
        </p:txBody>
      </p:sp>
      <p:sp>
        <p:nvSpPr>
          <p:cNvPr id="6" name="Content Placeholder 5">
            <a:extLst>
              <a:ext uri="{FF2B5EF4-FFF2-40B4-BE49-F238E27FC236}">
                <a16:creationId xmlns:a16="http://schemas.microsoft.com/office/drawing/2014/main" id="{A231AD03-5543-5055-E5F3-2C2E7AF4A65C}"/>
              </a:ext>
            </a:extLst>
          </p:cNvPr>
          <p:cNvSpPr>
            <a:spLocks noGrp="1"/>
          </p:cNvSpPr>
          <p:nvPr>
            <p:ph sz="quarter" idx="17"/>
          </p:nvPr>
        </p:nvSpPr>
        <p:spPr>
          <a:xfrm>
            <a:off x="2653413" y="1995858"/>
            <a:ext cx="6884668" cy="37399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Slide Number Placeholder 11">
            <a:extLst>
              <a:ext uri="{FF2B5EF4-FFF2-40B4-BE49-F238E27FC236}">
                <a16:creationId xmlns:a16="http://schemas.microsoft.com/office/drawing/2014/main" id="{9F8492AF-A293-67AC-351D-6F8D2EE5A36E}"/>
              </a:ext>
            </a:extLst>
          </p:cNvPr>
          <p:cNvSpPr>
            <a:spLocks noGrp="1"/>
          </p:cNvSpPr>
          <p:nvPr>
            <p:ph type="sldNum" sz="quarter" idx="16"/>
          </p:nvPr>
        </p:nvSpPr>
        <p:spPr/>
        <p:txBody>
          <a:bodyPr/>
          <a:lstStyle/>
          <a:p>
            <a:fld id="{40B778AE-8D30-EC43-B255-420E7914C179}" type="slidenum">
              <a:rPr lang="en-US" smtClean="0"/>
              <a:pPr/>
              <a:t>‹#›</a:t>
            </a:fld>
            <a:endParaRPr lang="en-US"/>
          </a:p>
        </p:txBody>
      </p:sp>
      <p:sp>
        <p:nvSpPr>
          <p:cNvPr id="11" name="Footer Placeholder 10">
            <a:extLst>
              <a:ext uri="{FF2B5EF4-FFF2-40B4-BE49-F238E27FC236}">
                <a16:creationId xmlns:a16="http://schemas.microsoft.com/office/drawing/2014/main" id="{FA12EA25-588C-6976-3F71-17F5A88C9A2B}"/>
              </a:ext>
            </a:extLst>
          </p:cNvPr>
          <p:cNvSpPr>
            <a:spLocks noGrp="1"/>
          </p:cNvSpPr>
          <p:nvPr>
            <p:ph type="ftr" sz="quarter" idx="15"/>
          </p:nvPr>
        </p:nvSpPr>
        <p:spPr/>
        <p:txBody>
          <a:bodyPr/>
          <a:lstStyle/>
          <a:p>
            <a:r>
              <a:rPr lang="en-US"/>
              <a:t>Presentation title</a:t>
            </a:r>
          </a:p>
        </p:txBody>
      </p:sp>
      <p:sp>
        <p:nvSpPr>
          <p:cNvPr id="10" name="Date Placeholder 9">
            <a:extLst>
              <a:ext uri="{FF2B5EF4-FFF2-40B4-BE49-F238E27FC236}">
                <a16:creationId xmlns:a16="http://schemas.microsoft.com/office/drawing/2014/main" id="{88EAD482-3B0C-B1C6-EDE0-9F5AD7972C2E}"/>
              </a:ext>
            </a:extLst>
          </p:cNvPr>
          <p:cNvSpPr>
            <a:spLocks noGrp="1"/>
          </p:cNvSpPr>
          <p:nvPr>
            <p:ph type="dt" sz="half" idx="14"/>
          </p:nvPr>
        </p:nvSpPr>
        <p:spPr/>
        <p:txBody>
          <a:bodyPr/>
          <a:lstStyle/>
          <a:p>
            <a:fld id="{F70565B3-CF1A-E942-97FF-0B9F398F7855}" type="datetime1">
              <a:rPr lang="en-US" smtClean="0"/>
              <a:t>5/19/2026</a:t>
            </a:fld>
            <a:endParaRPr lang="en-US"/>
          </a:p>
        </p:txBody>
      </p:sp>
      <p:pic>
        <p:nvPicPr>
          <p:cNvPr id="3" name="Picture 2" descr="A blue leafy plant&#10;&#10;AI-generated content may be incorrect.">
            <a:extLst>
              <a:ext uri="{FF2B5EF4-FFF2-40B4-BE49-F238E27FC236}">
                <a16:creationId xmlns:a16="http://schemas.microsoft.com/office/drawing/2014/main" id="{7514231A-DFF9-EEC8-7FD8-6D51A7E9FF65}"/>
              </a:ext>
            </a:extLst>
          </p:cNvPr>
          <p:cNvPicPr>
            <a:picLocks noChangeAspect="1"/>
          </p:cNvPicPr>
          <p:nvPr/>
        </p:nvPicPr>
        <p:blipFill>
          <a:blip r:embed="rId2" cstate="email">
            <a:extLst>
              <a:ext uri="{28A0092B-C50C-407E-A947-70E740481C1C}">
                <a14:useLocalDpi xmlns:a14="http://schemas.microsoft.com/office/drawing/2010/main"/>
              </a:ext>
            </a:extLst>
          </a:blip>
          <a:srcRect t="-17073"/>
          <a:stretch>
            <a:fillRect/>
          </a:stretch>
        </p:blipFill>
        <p:spPr>
          <a:xfrm>
            <a:off x="0" y="157646"/>
            <a:ext cx="1757091" cy="1460378"/>
          </a:xfrm>
          <a:prstGeom prst="rect">
            <a:avLst/>
          </a:prstGeom>
        </p:spPr>
      </p:pic>
      <p:pic>
        <p:nvPicPr>
          <p:cNvPr id="9" name="Picture 8" descr="A blue leaf on a black background&#10;&#10;AI-generated content may be incorrect.">
            <a:extLst>
              <a:ext uri="{FF2B5EF4-FFF2-40B4-BE49-F238E27FC236}">
                <a16:creationId xmlns:a16="http://schemas.microsoft.com/office/drawing/2014/main" id="{A6D137FE-2907-46A6-B35B-5A4CAE628A4D}"/>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rot="16200000" flipH="1">
            <a:off x="-1163538" y="2885078"/>
            <a:ext cx="3361254" cy="1034177"/>
          </a:xfrm>
          <a:prstGeom prst="rect">
            <a:avLst/>
          </a:prstGeom>
        </p:spPr>
      </p:pic>
      <p:pic>
        <p:nvPicPr>
          <p:cNvPr id="15" name="Picture 14" descr="A blue and black image of two birds&#10;&#10;AI-generated content may be incorrect.">
            <a:extLst>
              <a:ext uri="{FF2B5EF4-FFF2-40B4-BE49-F238E27FC236}">
                <a16:creationId xmlns:a16="http://schemas.microsoft.com/office/drawing/2014/main" id="{04E727C6-2D47-C987-AC9F-2BBBF965423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rot="5400000">
            <a:off x="9651893" y="3013349"/>
            <a:ext cx="4160520" cy="919694"/>
          </a:xfrm>
          <a:prstGeom prst="rect">
            <a:avLst/>
          </a:prstGeom>
        </p:spPr>
      </p:pic>
    </p:spTree>
    <p:extLst>
      <p:ext uri="{BB962C8B-B14F-4D97-AF65-F5344CB8AC3E}">
        <p14:creationId xmlns:p14="http://schemas.microsoft.com/office/powerpoint/2010/main" val="3871575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914401"/>
            <a:ext cx="3992880" cy="2514599"/>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914400"/>
            <a:ext cx="6957460" cy="49406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09077" y="6126480"/>
            <a:ext cx="2403583" cy="365125"/>
          </a:xfrm>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048A344-177D-9B4D-B4B5-DB629B3B0E97}" type="datetime1">
              <a:rPr lang="en-US" smtClean="0"/>
              <a:t>5/19/2026</a:t>
            </a:fld>
            <a:endParaRPr lang="en-US"/>
          </a:p>
        </p:txBody>
      </p:sp>
      <p:pic>
        <p:nvPicPr>
          <p:cNvPr id="7" name="Picture 6" descr="A blue leaf on a black background&#10;&#10;AI-generated content may be incorrect.">
            <a:extLst>
              <a:ext uri="{FF2B5EF4-FFF2-40B4-BE49-F238E27FC236}">
                <a16:creationId xmlns:a16="http://schemas.microsoft.com/office/drawing/2014/main" id="{415D9329-8404-8FB6-440F-E9849300BAE2}"/>
              </a:ext>
            </a:extLst>
          </p:cNvPr>
          <p:cNvPicPr>
            <a:picLocks noChangeAspect="1"/>
          </p:cNvPicPr>
          <p:nvPr/>
        </p:nvPicPr>
        <p:blipFill>
          <a:blip r:embed="rId2" cstate="email">
            <a:extLst>
              <a:ext uri="{28A0092B-C50C-407E-A947-70E740481C1C}">
                <a14:useLocalDpi xmlns:a14="http://schemas.microsoft.com/office/drawing/2010/main"/>
              </a:ext>
            </a:extLst>
          </a:blip>
          <a:srcRect l="22307"/>
          <a:stretch>
            <a:fillRect/>
          </a:stretch>
        </p:blipFill>
        <p:spPr>
          <a:xfrm rot="16200000">
            <a:off x="2766204" y="5165090"/>
            <a:ext cx="2052320" cy="1333500"/>
          </a:xfrm>
          <a:prstGeom prst="rect">
            <a:avLst/>
          </a:prstGeom>
        </p:spPr>
      </p:pic>
      <p:pic>
        <p:nvPicPr>
          <p:cNvPr id="10" name="Picture 9" descr="A blue leaf on a black background&#10;&#10;AI-generated content may be incorrect.">
            <a:extLst>
              <a:ext uri="{FF2B5EF4-FFF2-40B4-BE49-F238E27FC236}">
                <a16:creationId xmlns:a16="http://schemas.microsoft.com/office/drawing/2014/main" id="{583DC239-1B91-3F75-7E85-D0A752FB004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3595299">
            <a:off x="1217794" y="4109349"/>
            <a:ext cx="2058669" cy="1039232"/>
          </a:xfrm>
          <a:prstGeom prst="rect">
            <a:avLst/>
          </a:prstGeom>
        </p:spPr>
      </p:pic>
    </p:spTree>
    <p:extLst>
      <p:ext uri="{BB962C8B-B14F-4D97-AF65-F5344CB8AC3E}">
        <p14:creationId xmlns:p14="http://schemas.microsoft.com/office/powerpoint/2010/main" val="35587022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pic>
        <p:nvPicPr>
          <p:cNvPr id="7" name="Picture 6" descr="A lemons on a branch with leaves&#10;&#10;AI-generated content may be incorrect.">
            <a:extLst>
              <a:ext uri="{FF2B5EF4-FFF2-40B4-BE49-F238E27FC236}">
                <a16:creationId xmlns:a16="http://schemas.microsoft.com/office/drawing/2014/main" id="{292A7410-B2FC-D132-8D8C-4AF1B507056A}"/>
              </a:ext>
            </a:extLst>
          </p:cNvPr>
          <p:cNvPicPr>
            <a:picLocks noChangeAspect="1"/>
          </p:cNvPicPr>
          <p:nvPr/>
        </p:nvPicPr>
        <p:blipFill>
          <a:blip r:embed="rId2" cstate="email">
            <a:extLst>
              <a:ext uri="{28A0092B-C50C-407E-A947-70E740481C1C}">
                <a14:useLocalDpi xmlns:a14="http://schemas.microsoft.com/office/drawing/2010/main"/>
              </a:ext>
            </a:extLst>
          </a:blip>
          <a:srcRect l="-1466" t="289" r="43489" b="8672"/>
          <a:stretch>
            <a:fillRect/>
          </a:stretch>
        </p:blipFill>
        <p:spPr>
          <a:xfrm>
            <a:off x="8120743" y="0"/>
            <a:ext cx="4071257"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0"/>
            <a:ext cx="7315200" cy="1097280"/>
          </a:xfrm>
        </p:spPr>
        <p:txBody>
          <a:bodyPr anchor="b" anchorCtr="0">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57199" y="1828800"/>
            <a:ext cx="7315199"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5699251" y="6126480"/>
            <a:ext cx="2073147" cy="365125"/>
          </a:xfrm>
        </p:spPr>
        <p:txBody>
          <a:bodyPr/>
          <a:lstStyle/>
          <a:p>
            <a:fld id="{5A7A0291-FBD7-2345-9C81-5FC586A6DB9E}" type="datetime1">
              <a:rPr lang="en-US" smtClean="0"/>
              <a:t>5/19/2026</a:t>
            </a:fld>
            <a:endParaRPr lang="en-US"/>
          </a:p>
        </p:txBody>
      </p:sp>
    </p:spTree>
    <p:extLst>
      <p:ext uri="{BB962C8B-B14F-4D97-AF65-F5344CB8AC3E}">
        <p14:creationId xmlns:p14="http://schemas.microsoft.com/office/powerpoint/2010/main" val="8940378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2AD6C8C-4A02-004B-93D7-C0DBD4026299}" type="datetime1">
              <a:rPr lang="en-US" smtClean="0"/>
              <a:t>5/19/2026</a:t>
            </a:fld>
            <a:endParaRPr lang="en-US"/>
          </a:p>
        </p:txBody>
      </p:sp>
      <p:pic>
        <p:nvPicPr>
          <p:cNvPr id="7" name="Picture 6" descr="Blue leaves on a black background&#10;&#10;AI-generated content may be incorrect.">
            <a:extLst>
              <a:ext uri="{FF2B5EF4-FFF2-40B4-BE49-F238E27FC236}">
                <a16:creationId xmlns:a16="http://schemas.microsoft.com/office/drawing/2014/main" id="{DE136570-804C-5DD0-226A-419BDFE8968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3804153"/>
            <a:ext cx="1917700" cy="1346200"/>
          </a:xfrm>
          <a:prstGeom prst="rect">
            <a:avLst/>
          </a:prstGeom>
        </p:spPr>
      </p:pic>
    </p:spTree>
    <p:extLst>
      <p:ext uri="{BB962C8B-B14F-4D97-AF65-F5344CB8AC3E}">
        <p14:creationId xmlns:p14="http://schemas.microsoft.com/office/powerpoint/2010/main" val="7134476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BDBE0D0-60D9-A8DD-819A-4EC6098596AA}"/>
              </a:ext>
            </a:extLst>
          </p:cNvPr>
          <p:cNvSpPr/>
          <p:nvPr/>
        </p:nvSpPr>
        <p:spPr>
          <a:xfrm>
            <a:off x="0" y="-1"/>
            <a:ext cx="813816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F6A90C2D-E9F9-B5AC-3789-289AA8EFBE69}"/>
              </a:ext>
            </a:extLst>
          </p:cNvPr>
          <p:cNvSpPr>
            <a:spLocks noGrp="1"/>
          </p:cNvSpPr>
          <p:nvPr>
            <p:ph type="title"/>
          </p:nvPr>
        </p:nvSpPr>
        <p:spPr>
          <a:xfrm>
            <a:off x="8566327" y="642192"/>
            <a:ext cx="3172968" cy="2139696"/>
          </a:xfrm>
        </p:spPr>
        <p:txBody>
          <a:bodyPr anchor="b" anchorCtr="0">
            <a:noAutofit/>
          </a:bodyPr>
          <a:lstStyle>
            <a:lvl1pPr>
              <a:defRPr sz="2800"/>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noChangeAspect="1"/>
          </p:cNvSpPr>
          <p:nvPr>
            <p:ph type="pic" sz="quarter" idx="13" hasCustomPrompt="1"/>
          </p:nvPr>
        </p:nvSpPr>
        <p:spPr>
          <a:xfrm>
            <a:off x="457200" y="457200"/>
            <a:ext cx="7216147" cy="59436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566327" y="3011335"/>
            <a:ext cx="3162530"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10">
            <a:extLst>
              <a:ext uri="{FF2B5EF4-FFF2-40B4-BE49-F238E27FC236}">
                <a16:creationId xmlns:a16="http://schemas.microsoft.com/office/drawing/2014/main" id="{806C8A42-D773-E384-D003-FF92C7D3D7CB}"/>
              </a:ext>
            </a:extLst>
          </p:cNvPr>
          <p:cNvSpPr>
            <a:spLocks noGrp="1"/>
          </p:cNvSpPr>
          <p:nvPr>
            <p:ph type="sldNum" sz="quarter" idx="17"/>
          </p:nvPr>
        </p:nvSpPr>
        <p:spPr>
          <a:xfrm>
            <a:off x="8573862" y="6126480"/>
            <a:ext cx="365760" cy="365125"/>
          </a:xfrm>
        </p:spPr>
        <p:txBody>
          <a:bodyPr/>
          <a:lstStyle/>
          <a:p>
            <a:fld id="{40B778AE-8D30-EC43-B255-420E7914C179}" type="slidenum">
              <a:rPr lang="en-US" smtClean="0"/>
              <a:pPr/>
              <a:t>‹#›</a:t>
            </a:fld>
            <a:endParaRPr lang="en-US"/>
          </a:p>
        </p:txBody>
      </p:sp>
      <p:sp>
        <p:nvSpPr>
          <p:cNvPr id="9" name="Footer Placeholder 8">
            <a:extLst>
              <a:ext uri="{FF2B5EF4-FFF2-40B4-BE49-F238E27FC236}">
                <a16:creationId xmlns:a16="http://schemas.microsoft.com/office/drawing/2014/main" id="{5662C323-6B9B-80DF-EF74-D99250EE9201}"/>
              </a:ext>
            </a:extLst>
          </p:cNvPr>
          <p:cNvSpPr>
            <a:spLocks noGrp="1"/>
          </p:cNvSpPr>
          <p:nvPr>
            <p:ph type="ftr" sz="quarter" idx="16"/>
          </p:nvPr>
        </p:nvSpPr>
        <p:spPr>
          <a:xfrm>
            <a:off x="8971459" y="6126480"/>
            <a:ext cx="1934123" cy="365125"/>
          </a:xfrm>
        </p:spPr>
        <p:txBody>
          <a:bodyPr/>
          <a:lstStyle/>
          <a:p>
            <a:r>
              <a:rPr lang="en-US"/>
              <a:t>Presentation title</a:t>
            </a:r>
          </a:p>
        </p:txBody>
      </p:sp>
      <p:sp>
        <p:nvSpPr>
          <p:cNvPr id="4" name="Date Placeholder 3">
            <a:extLst>
              <a:ext uri="{FF2B5EF4-FFF2-40B4-BE49-F238E27FC236}">
                <a16:creationId xmlns:a16="http://schemas.microsoft.com/office/drawing/2014/main" id="{DEDB6DB1-F652-6E69-77F4-F055AD2AF6F5}"/>
              </a:ext>
            </a:extLst>
          </p:cNvPr>
          <p:cNvSpPr>
            <a:spLocks noGrp="1"/>
          </p:cNvSpPr>
          <p:nvPr>
            <p:ph type="dt" sz="half" idx="15"/>
          </p:nvPr>
        </p:nvSpPr>
        <p:spPr>
          <a:xfrm>
            <a:off x="10792496" y="6126480"/>
            <a:ext cx="965564" cy="365125"/>
          </a:xfrm>
        </p:spPr>
        <p:txBody>
          <a:bodyPr/>
          <a:lstStyle/>
          <a:p>
            <a:fld id="{954F3EE5-5A62-1142-B29B-2D79B0DFBB49}" type="datetime1">
              <a:rPr lang="en-US" smtClean="0"/>
              <a:t>5/19/2026</a:t>
            </a:fld>
            <a:endParaRPr lang="en-US"/>
          </a:p>
        </p:txBody>
      </p:sp>
    </p:spTree>
    <p:extLst>
      <p:ext uri="{BB962C8B-B14F-4D97-AF65-F5344CB8AC3E}">
        <p14:creationId xmlns:p14="http://schemas.microsoft.com/office/powerpoint/2010/main" val="22886016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2">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8F29CE5-A8CD-ED9A-7F5A-693443689EAB}"/>
              </a:ext>
            </a:extLst>
          </p:cNvPr>
          <p:cNvSpPr/>
          <p:nvPr/>
        </p:nvSpPr>
        <p:spPr>
          <a:xfrm>
            <a:off x="4145280" y="-1"/>
            <a:ext cx="804672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62F1C8EF-0052-4E1D-ADC9-E3E4FD32EBE7}"/>
              </a:ext>
            </a:extLst>
          </p:cNvPr>
          <p:cNvSpPr>
            <a:spLocks noGrp="1"/>
          </p:cNvSpPr>
          <p:nvPr>
            <p:ph type="title"/>
          </p:nvPr>
        </p:nvSpPr>
        <p:spPr>
          <a:xfrm>
            <a:off x="456755" y="642192"/>
            <a:ext cx="3274169" cy="2139696"/>
          </a:xfrm>
        </p:spPr>
        <p:txBody>
          <a:bodyPr anchor="b" anchorCtr="0">
            <a:no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57199" y="3011335"/>
            <a:ext cx="3274169"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10">
            <a:extLst>
              <a:ext uri="{FF2B5EF4-FFF2-40B4-BE49-F238E27FC236}">
                <a16:creationId xmlns:a16="http://schemas.microsoft.com/office/drawing/2014/main" id="{133EBD6B-DFDB-0D0B-252B-324DA354BF4E}"/>
              </a:ext>
            </a:extLst>
          </p:cNvPr>
          <p:cNvSpPr>
            <a:spLocks noGrp="1"/>
          </p:cNvSpPr>
          <p:nvPr>
            <p:ph type="sldNum" sz="quarter" idx="17"/>
          </p:nvPr>
        </p:nvSpPr>
        <p:spPr/>
        <p:txBody>
          <a:bodyPr/>
          <a:lstStyle/>
          <a:p>
            <a:fld id="{40B778AE-8D30-EC43-B255-420E7914C179}" type="slidenum">
              <a:rPr lang="en-US" smtClean="0"/>
              <a:pPr/>
              <a:t>‹#›</a:t>
            </a:fld>
            <a:endParaRPr lang="en-US"/>
          </a:p>
        </p:txBody>
      </p:sp>
      <p:sp>
        <p:nvSpPr>
          <p:cNvPr id="9" name="Footer Placeholder 8">
            <a:extLst>
              <a:ext uri="{FF2B5EF4-FFF2-40B4-BE49-F238E27FC236}">
                <a16:creationId xmlns:a16="http://schemas.microsoft.com/office/drawing/2014/main" id="{E97FC8F1-C8AE-5332-F165-13ED9003CB9B}"/>
              </a:ext>
            </a:extLst>
          </p:cNvPr>
          <p:cNvSpPr>
            <a:spLocks noGrp="1"/>
          </p:cNvSpPr>
          <p:nvPr>
            <p:ph type="ftr" sz="quarter" idx="16"/>
          </p:nvPr>
        </p:nvSpPr>
        <p:spPr>
          <a:xfrm>
            <a:off x="809077" y="6126480"/>
            <a:ext cx="1895486" cy="365125"/>
          </a:xfrm>
        </p:spPr>
        <p:txBody>
          <a:bodyPr/>
          <a:lstStyle/>
          <a:p>
            <a:r>
              <a:rPr lang="en-US"/>
              <a:t>Presentation title</a:t>
            </a:r>
          </a:p>
        </p:txBody>
      </p:sp>
      <p:sp>
        <p:nvSpPr>
          <p:cNvPr id="4" name="Date Placeholder 3">
            <a:extLst>
              <a:ext uri="{FF2B5EF4-FFF2-40B4-BE49-F238E27FC236}">
                <a16:creationId xmlns:a16="http://schemas.microsoft.com/office/drawing/2014/main" id="{C4CDB703-6F6B-3A91-C03F-5AA8FECF96D5}"/>
              </a:ext>
            </a:extLst>
          </p:cNvPr>
          <p:cNvSpPr>
            <a:spLocks noGrp="1"/>
          </p:cNvSpPr>
          <p:nvPr>
            <p:ph type="dt" sz="half" idx="15"/>
          </p:nvPr>
        </p:nvSpPr>
        <p:spPr>
          <a:xfrm>
            <a:off x="2704563" y="6126480"/>
            <a:ext cx="1033988" cy="365125"/>
          </a:xfrm>
        </p:spPr>
        <p:txBody>
          <a:bodyPr/>
          <a:lstStyle/>
          <a:p>
            <a:fld id="{72C7549D-B911-DC4D-9096-0244F27A5122}" type="datetime1">
              <a:rPr lang="en-US" smtClean="0"/>
              <a:t>5/19/2026</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noChangeAspect="1"/>
          </p:cNvSpPr>
          <p:nvPr>
            <p:ph type="pic" sz="quarter" idx="13" hasCustomPrompt="1"/>
          </p:nvPr>
        </p:nvSpPr>
        <p:spPr>
          <a:xfrm>
            <a:off x="4572000" y="457200"/>
            <a:ext cx="7216147" cy="59436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27422309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bg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13AE976-70C1-E011-D1BD-A186B254606F}"/>
              </a:ext>
            </a:extLst>
          </p:cNvPr>
          <p:cNvSpPr/>
          <p:nvPr/>
        </p:nvSpPr>
        <p:spPr>
          <a:xfrm>
            <a:off x="0" y="-1"/>
            <a:ext cx="12192000" cy="420624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1">
            <a:extLst>
              <a:ext uri="{FF2B5EF4-FFF2-40B4-BE49-F238E27FC236}">
                <a16:creationId xmlns:a16="http://schemas.microsoft.com/office/drawing/2014/main" id="{90688BC7-C8A7-1B9D-DD5A-CC721C820610}"/>
              </a:ext>
            </a:extLst>
          </p:cNvPr>
          <p:cNvSpPr>
            <a:spLocks noGrp="1"/>
          </p:cNvSpPr>
          <p:nvPr>
            <p:ph type="title"/>
          </p:nvPr>
        </p:nvSpPr>
        <p:spPr>
          <a:xfrm>
            <a:off x="457200" y="4663440"/>
            <a:ext cx="4206240" cy="1124712"/>
          </a:xfrm>
        </p:spPr>
        <p:txBody>
          <a:bodyPr anchor="t" anchorCtr="0">
            <a:no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57200" y="457200"/>
            <a:ext cx="11274552" cy="3261360"/>
          </a:xfrm>
          <a:blipFill dpi="0" rotWithShape="1">
            <a:blip r:embed="rId2">
              <a:alphaModFix amt="60000"/>
            </a:blip>
            <a:srcRect/>
            <a:stretch>
              <a:fillRect t="1" b="-896"/>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4663440"/>
            <a:ext cx="6426391" cy="124157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C099B38A-E62D-AD07-98E2-F076BBB6906E}"/>
              </a:ext>
            </a:extLst>
          </p:cNvPr>
          <p:cNvSpPr>
            <a:spLocks noGrp="1"/>
          </p:cNvSpPr>
          <p:nvPr>
            <p:ph type="sldNum" sz="quarter" idx="17"/>
          </p:nvPr>
        </p:nvSpPr>
        <p:spPr/>
        <p:txBody>
          <a:bodyPr/>
          <a:lstStyle/>
          <a:p>
            <a:fld id="{40B778AE-8D30-EC43-B255-420E7914C179}" type="slidenum">
              <a:rPr lang="en-US" smtClean="0"/>
              <a:pPr/>
              <a:t>‹#›</a:t>
            </a:fld>
            <a:endParaRPr lang="en-US"/>
          </a:p>
        </p:txBody>
      </p:sp>
      <p:sp>
        <p:nvSpPr>
          <p:cNvPr id="9" name="Footer Placeholder 8">
            <a:extLst>
              <a:ext uri="{FF2B5EF4-FFF2-40B4-BE49-F238E27FC236}">
                <a16:creationId xmlns:a16="http://schemas.microsoft.com/office/drawing/2014/main" id="{43C33DF7-70E3-8959-4BBB-88BA646FC8AB}"/>
              </a:ext>
            </a:extLst>
          </p:cNvPr>
          <p:cNvSpPr>
            <a:spLocks noGrp="1"/>
          </p:cNvSpPr>
          <p:nvPr>
            <p:ph type="ftr" sz="quarter" idx="16"/>
          </p:nvPr>
        </p:nvSpPr>
        <p:spPr/>
        <p:txBody>
          <a:bodyPr/>
          <a:lstStyle/>
          <a:p>
            <a:r>
              <a:rPr lang="en-US"/>
              <a:t>Presentation title</a:t>
            </a:r>
          </a:p>
        </p:txBody>
      </p:sp>
      <p:sp>
        <p:nvSpPr>
          <p:cNvPr id="7" name="Date Placeholder 6">
            <a:extLst>
              <a:ext uri="{FF2B5EF4-FFF2-40B4-BE49-F238E27FC236}">
                <a16:creationId xmlns:a16="http://schemas.microsoft.com/office/drawing/2014/main" id="{64C6559B-3088-D543-8627-C631D5D845A1}"/>
              </a:ext>
            </a:extLst>
          </p:cNvPr>
          <p:cNvSpPr>
            <a:spLocks noGrp="1"/>
          </p:cNvSpPr>
          <p:nvPr>
            <p:ph type="dt" sz="half" idx="15"/>
          </p:nvPr>
        </p:nvSpPr>
        <p:spPr/>
        <p:txBody>
          <a:bodyPr/>
          <a:lstStyle/>
          <a:p>
            <a:fld id="{FE3B3F6E-3994-0241-BCBC-BC1EBD257F6E}" type="datetime1">
              <a:rPr lang="en-US" smtClean="0"/>
              <a:t>5/19/2026</a:t>
            </a:fld>
            <a:endParaRPr lang="en-US"/>
          </a:p>
        </p:txBody>
      </p:sp>
      <p:pic>
        <p:nvPicPr>
          <p:cNvPr id="3" name="Picture 2" descr="A blue leaf on a black background&#10;&#10;AI-generated content may be incorrect.">
            <a:extLst>
              <a:ext uri="{FF2B5EF4-FFF2-40B4-BE49-F238E27FC236}">
                <a16:creationId xmlns:a16="http://schemas.microsoft.com/office/drawing/2014/main" id="{B68BD559-5C7D-BCAB-EDFF-9A833E2B5876}"/>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flipH="1" flipV="1">
            <a:off x="6400800" y="6144768"/>
            <a:ext cx="2330721" cy="717107"/>
          </a:xfrm>
          <a:prstGeom prst="rect">
            <a:avLst/>
          </a:prstGeom>
        </p:spPr>
      </p:pic>
      <p:pic>
        <p:nvPicPr>
          <p:cNvPr id="5" name="Picture 4" descr="A blue leaf on a black background&#10;&#10;AI-generated content may be incorrect.">
            <a:extLst>
              <a:ext uri="{FF2B5EF4-FFF2-40B4-BE49-F238E27FC236}">
                <a16:creationId xmlns:a16="http://schemas.microsoft.com/office/drawing/2014/main" id="{351BF7C7-47D5-CE17-B30C-3114D6A147B5}"/>
              </a:ext>
            </a:extLst>
          </p:cNvPr>
          <p:cNvPicPr>
            <a:picLocks noChangeAspect="1"/>
          </p:cNvPicPr>
          <p:nvPr/>
        </p:nvPicPr>
        <p:blipFill>
          <a:blip r:embed="rId4" cstate="email">
            <a:extLst>
              <a:ext uri="{28A0092B-C50C-407E-A947-70E740481C1C}">
                <a14:useLocalDpi xmlns:a14="http://schemas.microsoft.com/office/drawing/2010/main"/>
              </a:ext>
            </a:extLst>
          </a:blip>
          <a:srcRect t="-2148" b="-8356"/>
          <a:stretch>
            <a:fillRect/>
          </a:stretch>
        </p:blipFill>
        <p:spPr>
          <a:xfrm rot="16200000" flipV="1">
            <a:off x="3316541" y="5909308"/>
            <a:ext cx="609599" cy="1287782"/>
          </a:xfrm>
          <a:prstGeom prst="rect">
            <a:avLst/>
          </a:prstGeom>
        </p:spPr>
      </p:pic>
    </p:spTree>
    <p:extLst>
      <p:ext uri="{BB962C8B-B14F-4D97-AF65-F5344CB8AC3E}">
        <p14:creationId xmlns:p14="http://schemas.microsoft.com/office/powerpoint/2010/main" val="28094266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1F14464-19AB-7D13-BD0E-2F857D32DD8F}"/>
              </a:ext>
            </a:extLst>
          </p:cNvPr>
          <p:cNvSpPr/>
          <p:nvPr/>
        </p:nvSpPr>
        <p:spPr>
          <a:xfrm>
            <a:off x="0" y="-1"/>
            <a:ext cx="749808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1">
            <a:extLst>
              <a:ext uri="{FF2B5EF4-FFF2-40B4-BE49-F238E27FC236}">
                <a16:creationId xmlns:a16="http://schemas.microsoft.com/office/drawing/2014/main" id="{ACE19939-7641-D440-ED1C-43937E2E50F9}"/>
              </a:ext>
            </a:extLst>
          </p:cNvPr>
          <p:cNvSpPr>
            <a:spLocks noGrp="1"/>
          </p:cNvSpPr>
          <p:nvPr>
            <p:ph type="title"/>
          </p:nvPr>
        </p:nvSpPr>
        <p:spPr>
          <a:xfrm>
            <a:off x="7863168" y="457200"/>
            <a:ext cx="3895344" cy="1664208"/>
          </a:xfrm>
        </p:spPr>
        <p:txBody>
          <a:bodyPr anchor="b" anchorCtr="0">
            <a:no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457200" y="457200"/>
            <a:ext cx="6572925" cy="59436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863168" y="2315569"/>
            <a:ext cx="3894892"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03E9D974-688E-6389-B676-3716A5DCE509}"/>
              </a:ext>
            </a:extLst>
          </p:cNvPr>
          <p:cNvSpPr>
            <a:spLocks noGrp="1"/>
          </p:cNvSpPr>
          <p:nvPr>
            <p:ph type="sldNum" sz="quarter" idx="17"/>
          </p:nvPr>
        </p:nvSpPr>
        <p:spPr>
          <a:xfrm>
            <a:off x="7874608" y="6126480"/>
            <a:ext cx="365760" cy="365125"/>
          </a:xfrm>
        </p:spPr>
        <p:txBody>
          <a:bodyPr/>
          <a:lstStyle/>
          <a:p>
            <a:fld id="{40B778AE-8D30-EC43-B255-420E7914C179}" type="slidenum">
              <a:rPr lang="en-US" smtClean="0"/>
              <a:pPr/>
              <a:t>‹#›</a:t>
            </a:fld>
            <a:endParaRPr lang="en-US"/>
          </a:p>
        </p:txBody>
      </p:sp>
      <p:sp>
        <p:nvSpPr>
          <p:cNvPr id="6" name="Footer Placeholder 5">
            <a:extLst>
              <a:ext uri="{FF2B5EF4-FFF2-40B4-BE49-F238E27FC236}">
                <a16:creationId xmlns:a16="http://schemas.microsoft.com/office/drawing/2014/main" id="{D2611A75-2855-5D82-EF5E-AC8CBFD270FA}"/>
              </a:ext>
            </a:extLst>
          </p:cNvPr>
          <p:cNvSpPr>
            <a:spLocks noGrp="1"/>
          </p:cNvSpPr>
          <p:nvPr>
            <p:ph type="ftr" sz="quarter" idx="16"/>
          </p:nvPr>
        </p:nvSpPr>
        <p:spPr>
          <a:xfrm>
            <a:off x="8272204" y="6126480"/>
            <a:ext cx="2194560" cy="365125"/>
          </a:xfrm>
        </p:spPr>
        <p:txBody>
          <a:bodyPr/>
          <a:lstStyle/>
          <a:p>
            <a:r>
              <a:rPr lang="en-US"/>
              <a:t>Presentation title</a:t>
            </a:r>
          </a:p>
        </p:txBody>
      </p:sp>
      <p:sp>
        <p:nvSpPr>
          <p:cNvPr id="5" name="Date Placeholder 4">
            <a:extLst>
              <a:ext uri="{FF2B5EF4-FFF2-40B4-BE49-F238E27FC236}">
                <a16:creationId xmlns:a16="http://schemas.microsoft.com/office/drawing/2014/main" id="{68AB728D-FE97-BBB3-3103-FB1096F0417D}"/>
              </a:ext>
            </a:extLst>
          </p:cNvPr>
          <p:cNvSpPr>
            <a:spLocks noGrp="1"/>
          </p:cNvSpPr>
          <p:nvPr>
            <p:ph type="dt" sz="half" idx="15"/>
          </p:nvPr>
        </p:nvSpPr>
        <p:spPr>
          <a:xfrm>
            <a:off x="10444766" y="6126480"/>
            <a:ext cx="1313294" cy="365125"/>
          </a:xfrm>
        </p:spPr>
        <p:txBody>
          <a:bodyPr/>
          <a:lstStyle/>
          <a:p>
            <a:fld id="{CEBAFC1B-AD29-C14A-91E0-0745420D0140}" type="datetime1">
              <a:rPr lang="en-US" smtClean="0"/>
              <a:t>5/19/2026</a:t>
            </a:fld>
            <a:endParaRPr lang="en-US"/>
          </a:p>
        </p:txBody>
      </p:sp>
    </p:spTree>
    <p:extLst>
      <p:ext uri="{BB962C8B-B14F-4D97-AF65-F5344CB8AC3E}">
        <p14:creationId xmlns:p14="http://schemas.microsoft.com/office/powerpoint/2010/main" val="263462150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0497F40-707E-796F-73DC-2241DB51A1A9}"/>
              </a:ext>
            </a:extLst>
          </p:cNvPr>
          <p:cNvSpPr/>
          <p:nvPr/>
        </p:nvSpPr>
        <p:spPr>
          <a:xfrm>
            <a:off x="4693920" y="-1"/>
            <a:ext cx="749808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B87A1B64-CA7C-74CC-8184-E144FC10378E}"/>
              </a:ext>
            </a:extLst>
          </p:cNvPr>
          <p:cNvSpPr>
            <a:spLocks noGrp="1"/>
          </p:cNvSpPr>
          <p:nvPr>
            <p:ph type="title"/>
          </p:nvPr>
        </p:nvSpPr>
        <p:spPr>
          <a:xfrm>
            <a:off x="457200" y="457200"/>
            <a:ext cx="3840480" cy="1664208"/>
          </a:xfrm>
        </p:spPr>
        <p:txBody>
          <a:bodyPr anchor="b" anchorCtr="0">
            <a:no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199" y="2315569"/>
            <a:ext cx="3840480" cy="36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02ACCC24-AAEE-1EBE-5C8A-D731F7EDF257}"/>
              </a:ext>
            </a:extLst>
          </p:cNvPr>
          <p:cNvSpPr>
            <a:spLocks noGrp="1"/>
          </p:cNvSpPr>
          <p:nvPr>
            <p:ph type="sldNum" sz="quarter" idx="17"/>
          </p:nvPr>
        </p:nvSpPr>
        <p:spPr/>
        <p:txBody>
          <a:bodyPr/>
          <a:lstStyle/>
          <a:p>
            <a:fld id="{40B778AE-8D30-EC43-B255-420E7914C179}" type="slidenum">
              <a:rPr lang="en-US" smtClean="0"/>
              <a:pPr/>
              <a:t>‹#›</a:t>
            </a:fld>
            <a:endParaRPr lang="en-US"/>
          </a:p>
        </p:txBody>
      </p:sp>
      <p:sp>
        <p:nvSpPr>
          <p:cNvPr id="5" name="Footer Placeholder 4">
            <a:extLst>
              <a:ext uri="{FF2B5EF4-FFF2-40B4-BE49-F238E27FC236}">
                <a16:creationId xmlns:a16="http://schemas.microsoft.com/office/drawing/2014/main" id="{D5DC2662-2578-560F-F095-F1A11F44A085}"/>
              </a:ext>
            </a:extLst>
          </p:cNvPr>
          <p:cNvSpPr>
            <a:spLocks noGrp="1"/>
          </p:cNvSpPr>
          <p:nvPr>
            <p:ph type="ftr" sz="quarter" idx="16"/>
          </p:nvPr>
        </p:nvSpPr>
        <p:spPr>
          <a:xfrm>
            <a:off x="809077" y="6126480"/>
            <a:ext cx="2377440" cy="365125"/>
          </a:xfrm>
        </p:spPr>
        <p:txBody>
          <a:bodyPr/>
          <a:lstStyle/>
          <a:p>
            <a:r>
              <a:rPr lang="en-US"/>
              <a:t>Presentation title</a:t>
            </a:r>
          </a:p>
        </p:txBody>
      </p:sp>
      <p:sp>
        <p:nvSpPr>
          <p:cNvPr id="3" name="Date Placeholder 2">
            <a:extLst>
              <a:ext uri="{FF2B5EF4-FFF2-40B4-BE49-F238E27FC236}">
                <a16:creationId xmlns:a16="http://schemas.microsoft.com/office/drawing/2014/main" id="{78CE15DD-1F7C-8AB3-8EFB-E573908E03A7}"/>
              </a:ext>
            </a:extLst>
          </p:cNvPr>
          <p:cNvSpPr>
            <a:spLocks noGrp="1"/>
          </p:cNvSpPr>
          <p:nvPr>
            <p:ph type="dt" sz="half" idx="15"/>
          </p:nvPr>
        </p:nvSpPr>
        <p:spPr>
          <a:xfrm>
            <a:off x="3218354" y="6126480"/>
            <a:ext cx="1079325" cy="365125"/>
          </a:xfrm>
        </p:spPr>
        <p:txBody>
          <a:bodyPr/>
          <a:lstStyle/>
          <a:p>
            <a:fld id="{BCA30940-2954-AA4F-9BFF-1013B5D668D8}" type="datetime1">
              <a:rPr lang="en-US" smtClean="0"/>
              <a:t>5/19/2026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5156498" y="457200"/>
            <a:ext cx="6572925" cy="59436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20756576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CF65BFA-D1C6-FAD3-7B5D-029C855B189E}"/>
              </a:ext>
            </a:extLst>
          </p:cNvPr>
          <p:cNvSpPr/>
          <p:nvPr/>
        </p:nvSpPr>
        <p:spPr>
          <a:xfrm>
            <a:off x="0" y="-1"/>
            <a:ext cx="653796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10400" y="499533"/>
            <a:ext cx="4754880" cy="1328932"/>
          </a:xfrm>
        </p:spPr>
        <p:txBody>
          <a:bodyPr anchor="b">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457200" y="457200"/>
            <a:ext cx="5626608" cy="59436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10400" y="1975104"/>
            <a:ext cx="4754880" cy="39319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38BE5B76-563B-3E92-FB3E-1D2C9717E8B9}"/>
              </a:ext>
            </a:extLst>
          </p:cNvPr>
          <p:cNvSpPr>
            <a:spLocks noGrp="1"/>
          </p:cNvSpPr>
          <p:nvPr>
            <p:ph type="sldNum" sz="quarter" idx="17"/>
          </p:nvPr>
        </p:nvSpPr>
        <p:spPr>
          <a:xfrm>
            <a:off x="7010400" y="6126480"/>
            <a:ext cx="365760" cy="365125"/>
          </a:xfrm>
        </p:spPr>
        <p:txBody>
          <a:bodyPr/>
          <a:lstStyle/>
          <a:p>
            <a:fld id="{40B778AE-8D30-EC43-B255-420E7914C179}" type="slidenum">
              <a:rPr lang="en-US" smtClean="0"/>
              <a:pPr/>
              <a:t>‹#›</a:t>
            </a:fld>
            <a:endParaRPr lang="en-US"/>
          </a:p>
        </p:txBody>
      </p:sp>
      <p:sp>
        <p:nvSpPr>
          <p:cNvPr id="9" name="Footer Placeholder 8">
            <a:extLst>
              <a:ext uri="{FF2B5EF4-FFF2-40B4-BE49-F238E27FC236}">
                <a16:creationId xmlns:a16="http://schemas.microsoft.com/office/drawing/2014/main" id="{8D520868-4C6A-1C68-6ECA-7B1457F096A5}"/>
              </a:ext>
            </a:extLst>
          </p:cNvPr>
          <p:cNvSpPr>
            <a:spLocks noGrp="1"/>
          </p:cNvSpPr>
          <p:nvPr>
            <p:ph type="ftr" sz="quarter" idx="16"/>
          </p:nvPr>
        </p:nvSpPr>
        <p:spPr>
          <a:xfrm>
            <a:off x="7407996" y="6126480"/>
            <a:ext cx="2834640" cy="365125"/>
          </a:xfrm>
        </p:spPr>
        <p:txBody>
          <a:bodyPr/>
          <a:lstStyle/>
          <a:p>
            <a:r>
              <a:rPr lang="en-US"/>
              <a:t>Presentation title</a:t>
            </a:r>
          </a:p>
        </p:txBody>
      </p:sp>
      <p:sp>
        <p:nvSpPr>
          <p:cNvPr id="4" name="Date Placeholder 3">
            <a:extLst>
              <a:ext uri="{FF2B5EF4-FFF2-40B4-BE49-F238E27FC236}">
                <a16:creationId xmlns:a16="http://schemas.microsoft.com/office/drawing/2014/main" id="{733F3A40-40CC-8BCE-4C26-6B49E64D60B8}"/>
              </a:ext>
            </a:extLst>
          </p:cNvPr>
          <p:cNvSpPr>
            <a:spLocks noGrp="1"/>
          </p:cNvSpPr>
          <p:nvPr>
            <p:ph type="dt" sz="half" idx="15"/>
          </p:nvPr>
        </p:nvSpPr>
        <p:spPr>
          <a:xfrm>
            <a:off x="10290220" y="6126480"/>
            <a:ext cx="1467840" cy="365125"/>
          </a:xfrm>
        </p:spPr>
        <p:txBody>
          <a:bodyPr/>
          <a:lstStyle/>
          <a:p>
            <a:fld id="{5A0B49E7-1C5B-AD4A-B8C0-4550FE0A0235}" type="datetime1">
              <a:rPr lang="en-US" smtClean="0"/>
              <a:t>5/19/2026</a:t>
            </a:fld>
            <a:endParaRPr lang="en-US"/>
          </a:p>
        </p:txBody>
      </p:sp>
    </p:spTree>
    <p:extLst>
      <p:ext uri="{BB962C8B-B14F-4D97-AF65-F5344CB8AC3E}">
        <p14:creationId xmlns:p14="http://schemas.microsoft.com/office/powerpoint/2010/main" val="256442688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7">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298AE30-B0EC-6508-4AB4-7253892A47C9}"/>
              </a:ext>
            </a:extLst>
          </p:cNvPr>
          <p:cNvSpPr/>
          <p:nvPr/>
        </p:nvSpPr>
        <p:spPr>
          <a:xfrm>
            <a:off x="5516880" y="-1"/>
            <a:ext cx="667512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57200"/>
            <a:ext cx="4593619" cy="1288169"/>
          </a:xfrm>
        </p:spPr>
        <p:txBody>
          <a:bodyPr anchor="b">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1" y="1920240"/>
            <a:ext cx="459349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09F9C4D3-7A66-D54C-679E-5F2210D54F38}"/>
              </a:ext>
            </a:extLst>
          </p:cNvPr>
          <p:cNvSpPr>
            <a:spLocks noGrp="1"/>
          </p:cNvSpPr>
          <p:nvPr>
            <p:ph type="sldNum" sz="quarter" idx="17"/>
          </p:nvPr>
        </p:nvSpPr>
        <p:spPr/>
        <p:txBody>
          <a:bodyPr/>
          <a:lstStyle/>
          <a:p>
            <a:fld id="{40B778AE-8D30-EC43-B255-420E7914C179}" type="slidenum">
              <a:rPr lang="en-US" smtClean="0"/>
              <a:pPr/>
              <a:t>‹#›</a:t>
            </a:fld>
            <a:endParaRPr lang="en-US"/>
          </a:p>
        </p:txBody>
      </p:sp>
      <p:sp>
        <p:nvSpPr>
          <p:cNvPr id="4" name="Footer Placeholder 3">
            <a:extLst>
              <a:ext uri="{FF2B5EF4-FFF2-40B4-BE49-F238E27FC236}">
                <a16:creationId xmlns:a16="http://schemas.microsoft.com/office/drawing/2014/main" id="{4D92DF43-22E2-E52D-1677-E2ECB5B988CF}"/>
              </a:ext>
            </a:extLst>
          </p:cNvPr>
          <p:cNvSpPr>
            <a:spLocks noGrp="1"/>
          </p:cNvSpPr>
          <p:nvPr>
            <p:ph type="ftr" sz="quarter" idx="16"/>
          </p:nvPr>
        </p:nvSpPr>
        <p:spPr>
          <a:xfrm>
            <a:off x="809077" y="6126480"/>
            <a:ext cx="3200400" cy="365125"/>
          </a:xfrm>
        </p:spPr>
        <p:txBody>
          <a:bodyPr/>
          <a:lstStyle/>
          <a:p>
            <a:r>
              <a:rPr lang="en-US"/>
              <a:t>Presentation title</a:t>
            </a:r>
          </a:p>
        </p:txBody>
      </p:sp>
      <p:sp>
        <p:nvSpPr>
          <p:cNvPr id="3" name="Date Placeholder 2">
            <a:extLst>
              <a:ext uri="{FF2B5EF4-FFF2-40B4-BE49-F238E27FC236}">
                <a16:creationId xmlns:a16="http://schemas.microsoft.com/office/drawing/2014/main" id="{58BCC0E3-6C08-1723-74E8-C1EF05EFFE07}"/>
              </a:ext>
            </a:extLst>
          </p:cNvPr>
          <p:cNvSpPr>
            <a:spLocks noGrp="1"/>
          </p:cNvSpPr>
          <p:nvPr>
            <p:ph type="dt" sz="half" idx="15"/>
          </p:nvPr>
        </p:nvSpPr>
        <p:spPr>
          <a:xfrm>
            <a:off x="4041314" y="6126480"/>
            <a:ext cx="1009377" cy="365125"/>
          </a:xfrm>
        </p:spPr>
        <p:txBody>
          <a:bodyPr/>
          <a:lstStyle/>
          <a:p>
            <a:fld id="{948C343A-B82F-4143-9348-1F135B2BF1BF}" type="datetime1">
              <a:rPr lang="en-US" smtClean="0"/>
              <a:t>5/19/2026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6035040" y="457200"/>
            <a:ext cx="5661996" cy="59436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40567130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8">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4E9926E-1454-088A-DAEE-81D8FCE1A622}"/>
              </a:ext>
            </a:extLst>
          </p:cNvPr>
          <p:cNvSpPr/>
          <p:nvPr/>
        </p:nvSpPr>
        <p:spPr>
          <a:xfrm>
            <a:off x="0" y="-1"/>
            <a:ext cx="12192000" cy="3429001"/>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3880757"/>
            <a:ext cx="3044954" cy="2011680"/>
          </a:xfr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83508" y="457200"/>
            <a:ext cx="11274552" cy="2528633"/>
          </a:xfrm>
          <a:blipFill dpi="0" rotWithShape="1">
            <a:blip r:embed="rId2">
              <a:alphaModFix amt="60000"/>
            </a:blip>
            <a:srcRect/>
            <a:stretch>
              <a:fillRect t="1" r="-233" b="-1750"/>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879669" y="3880758"/>
            <a:ext cx="7900851" cy="201168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E92A1C8-408E-D74D-B08B-E4740ED27994}" type="datetime1">
              <a:rPr lang="en-US" smtClean="0"/>
              <a:t>5/19/2026</a:t>
            </a:fld>
            <a:endParaRPr lang="en-US"/>
          </a:p>
        </p:txBody>
      </p:sp>
    </p:spTree>
    <p:extLst>
      <p:ext uri="{BB962C8B-B14F-4D97-AF65-F5344CB8AC3E}">
        <p14:creationId xmlns:p14="http://schemas.microsoft.com/office/powerpoint/2010/main" val="28262822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9">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1005840"/>
            <a:ext cx="3021873" cy="1297637"/>
          </a:xfrm>
        </p:spPr>
        <p:txBody>
          <a:bodyPr anchor="t">
            <a:normAutofit/>
          </a:bodyPr>
          <a:lstStyle>
            <a:lvl1pPr>
              <a:defRPr sz="2800"/>
            </a:lvl1pPr>
          </a:lstStyle>
          <a:p>
            <a:r>
              <a:rPr lang="en-US"/>
              <a:t>Click to edit Master title style</a:t>
            </a:r>
          </a:p>
        </p:txBody>
      </p:sp>
      <p:sp>
        <p:nvSpPr>
          <p:cNvPr id="9" name="Rectangle 8">
            <a:extLst>
              <a:ext uri="{FF2B5EF4-FFF2-40B4-BE49-F238E27FC236}">
                <a16:creationId xmlns:a16="http://schemas.microsoft.com/office/drawing/2014/main" id="{D1AA3CE2-FA19-A0C1-5803-D6CB70AE52C4}"/>
              </a:ext>
            </a:extLst>
          </p:cNvPr>
          <p:cNvSpPr/>
          <p:nvPr/>
        </p:nvSpPr>
        <p:spPr>
          <a:xfrm>
            <a:off x="0" y="3636524"/>
            <a:ext cx="12192000" cy="3221476"/>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10">
            <a:extLst>
              <a:ext uri="{FF2B5EF4-FFF2-40B4-BE49-F238E27FC236}">
                <a16:creationId xmlns:a16="http://schemas.microsoft.com/office/drawing/2014/main" id="{C6F2C2E6-D9FF-7960-30D4-3996CAF0E7A9}"/>
              </a:ext>
            </a:extLst>
          </p:cNvPr>
          <p:cNvSpPr>
            <a:spLocks noGrp="1"/>
          </p:cNvSpPr>
          <p:nvPr>
            <p:ph type="sldNum" sz="quarter" idx="17"/>
          </p:nvPr>
        </p:nvSpPr>
        <p:spPr>
          <a:xfrm>
            <a:off x="411480" y="274320"/>
            <a:ext cx="365760" cy="365125"/>
          </a:xfrm>
        </p:spPr>
        <p:txBody>
          <a:bodyPr/>
          <a:lstStyle/>
          <a:p>
            <a:fld id="{40B778AE-8D30-EC43-B255-420E7914C179}" type="slidenum">
              <a:rPr lang="en-US" smtClean="0"/>
              <a:pPr/>
              <a:t>‹#›</a:t>
            </a:fld>
            <a:endParaRPr lang="en-US"/>
          </a:p>
        </p:txBody>
      </p:sp>
      <p:sp>
        <p:nvSpPr>
          <p:cNvPr id="10" name="Footer Placeholder 9">
            <a:extLst>
              <a:ext uri="{FF2B5EF4-FFF2-40B4-BE49-F238E27FC236}">
                <a16:creationId xmlns:a16="http://schemas.microsoft.com/office/drawing/2014/main" id="{E16CECD4-053E-15EE-496E-9BA230A307A5}"/>
              </a:ext>
            </a:extLst>
          </p:cNvPr>
          <p:cNvSpPr>
            <a:spLocks noGrp="1"/>
          </p:cNvSpPr>
          <p:nvPr>
            <p:ph type="ftr" sz="quarter" idx="16"/>
          </p:nvPr>
        </p:nvSpPr>
        <p:spPr>
          <a:xfrm>
            <a:off x="809077" y="274320"/>
            <a:ext cx="3724286" cy="365125"/>
          </a:xfrm>
        </p:spPr>
        <p:txBody>
          <a:bodyPr/>
          <a:lstStyle/>
          <a:p>
            <a:r>
              <a:rPr lang="en-US"/>
              <a:t>Presentation title</a:t>
            </a:r>
          </a:p>
        </p:txBody>
      </p:sp>
      <p:sp>
        <p:nvSpPr>
          <p:cNvPr id="3" name="Date Placeholder 2">
            <a:extLst>
              <a:ext uri="{FF2B5EF4-FFF2-40B4-BE49-F238E27FC236}">
                <a16:creationId xmlns:a16="http://schemas.microsoft.com/office/drawing/2014/main" id="{4DC77D76-068A-6817-DE61-41E5920B1A54}"/>
              </a:ext>
            </a:extLst>
          </p:cNvPr>
          <p:cNvSpPr>
            <a:spLocks noGrp="1"/>
          </p:cNvSpPr>
          <p:nvPr>
            <p:ph type="dt" sz="half" idx="15"/>
          </p:nvPr>
        </p:nvSpPr>
        <p:spPr>
          <a:xfrm>
            <a:off x="9839459" y="274320"/>
            <a:ext cx="1918601" cy="365125"/>
          </a:xfrm>
        </p:spPr>
        <p:txBody>
          <a:bodyPr/>
          <a:lstStyle/>
          <a:p>
            <a:fld id="{74C1E1D0-99FC-0441-BDC2-0A5DDB99B607}" type="datetime1">
              <a:rPr lang="en-US" smtClean="0"/>
              <a:t>5/19/2026</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853543" y="1005840"/>
            <a:ext cx="7904517" cy="219456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484004" y="4128448"/>
            <a:ext cx="11274056" cy="2285305"/>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l="2" t="227" r="-270" b="-952"/>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7272436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0">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A049D46-A039-8FE9-795E-B9A09588FB81}"/>
              </a:ext>
            </a:extLst>
          </p:cNvPr>
          <p:cNvSpPr/>
          <p:nvPr/>
        </p:nvSpPr>
        <p:spPr>
          <a:xfrm>
            <a:off x="0" y="-1"/>
            <a:ext cx="4886325"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41751" y="514175"/>
            <a:ext cx="6400800" cy="1315029"/>
          </a:xfrm>
        </p:spPr>
        <p:txBody>
          <a:bodyPr anchor="b">
            <a:normAutofit/>
          </a:bodyPr>
          <a:lstStyle>
            <a:lvl1pPr>
              <a:defRPr sz="3600"/>
            </a:lvl1pPr>
          </a:lstStyle>
          <a:p>
            <a:r>
              <a:rPr lang="en-US"/>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noChangeAspect="1"/>
          </p:cNvSpPr>
          <p:nvPr>
            <p:ph type="pic" sz="quarter" idx="13" hasCustomPrompt="1"/>
          </p:nvPr>
        </p:nvSpPr>
        <p:spPr>
          <a:xfrm>
            <a:off x="457200" y="457200"/>
            <a:ext cx="3952393" cy="59436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43108" y="1978488"/>
            <a:ext cx="6400800" cy="39319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94E3CD20-9BC1-4411-A4E2-3B37C24049B7}"/>
              </a:ext>
            </a:extLst>
          </p:cNvPr>
          <p:cNvSpPr>
            <a:spLocks noGrp="1"/>
          </p:cNvSpPr>
          <p:nvPr>
            <p:ph type="sldNum" sz="quarter" idx="17"/>
          </p:nvPr>
        </p:nvSpPr>
        <p:spPr>
          <a:xfrm>
            <a:off x="5312105" y="6126480"/>
            <a:ext cx="365760" cy="365125"/>
          </a:xfrm>
        </p:spPr>
        <p:txBody>
          <a:bodyPr/>
          <a:lstStyle/>
          <a:p>
            <a:fld id="{40B778AE-8D30-EC43-B255-420E7914C179}" type="slidenum">
              <a:rPr lang="en-US" smtClean="0"/>
              <a:pPr/>
              <a:t>‹#›</a:t>
            </a:fld>
            <a:endParaRPr lang="en-US"/>
          </a:p>
        </p:txBody>
      </p:sp>
      <p:sp>
        <p:nvSpPr>
          <p:cNvPr id="5" name="Footer Placeholder 4">
            <a:extLst>
              <a:ext uri="{FF2B5EF4-FFF2-40B4-BE49-F238E27FC236}">
                <a16:creationId xmlns:a16="http://schemas.microsoft.com/office/drawing/2014/main" id="{A745AD34-905D-5BB9-666C-2F8C95D63BEC}"/>
              </a:ext>
            </a:extLst>
          </p:cNvPr>
          <p:cNvSpPr>
            <a:spLocks noGrp="1"/>
          </p:cNvSpPr>
          <p:nvPr>
            <p:ph type="ftr" sz="quarter" idx="16"/>
          </p:nvPr>
        </p:nvSpPr>
        <p:spPr>
          <a:xfrm>
            <a:off x="5709702" y="6126480"/>
            <a:ext cx="3975211" cy="365125"/>
          </a:xfrm>
        </p:spPr>
        <p:txBody>
          <a:bodyPr/>
          <a:lstStyle/>
          <a:p>
            <a:r>
              <a:rPr lang="en-US"/>
              <a:t>Presentation title</a:t>
            </a:r>
          </a:p>
        </p:txBody>
      </p:sp>
      <p:sp>
        <p:nvSpPr>
          <p:cNvPr id="3" name="Date Placeholder 2">
            <a:extLst>
              <a:ext uri="{FF2B5EF4-FFF2-40B4-BE49-F238E27FC236}">
                <a16:creationId xmlns:a16="http://schemas.microsoft.com/office/drawing/2014/main" id="{4E84FBA4-81B9-2387-9280-85A1A169CC2D}"/>
              </a:ext>
            </a:extLst>
          </p:cNvPr>
          <p:cNvSpPr>
            <a:spLocks noGrp="1"/>
          </p:cNvSpPr>
          <p:nvPr>
            <p:ph type="dt" sz="half" idx="15"/>
          </p:nvPr>
        </p:nvSpPr>
        <p:spPr/>
        <p:txBody>
          <a:bodyPr/>
          <a:lstStyle/>
          <a:p>
            <a:fld id="{4D2F5157-4209-D142-B123-F174FB18FA7D}" type="datetime1">
              <a:rPr lang="en-US" smtClean="0"/>
              <a:t>5/19/2026</a:t>
            </a:fld>
            <a:endParaRPr lang="en-US"/>
          </a:p>
        </p:txBody>
      </p:sp>
    </p:spTree>
    <p:extLst>
      <p:ext uri="{BB962C8B-B14F-4D97-AF65-F5344CB8AC3E}">
        <p14:creationId xmlns:p14="http://schemas.microsoft.com/office/powerpoint/2010/main" val="361095446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B5BA68-BEB6-20D9-ED99-49AE2037C723}"/>
              </a:ext>
            </a:extLst>
          </p:cNvPr>
          <p:cNvSpPr/>
          <p:nvPr/>
        </p:nvSpPr>
        <p:spPr>
          <a:xfrm>
            <a:off x="7305675" y="-1"/>
            <a:ext cx="4886325"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6428962" cy="1143000"/>
          </a:xfrm>
        </p:spPr>
        <p:txBody>
          <a:bodyPr anchor="b">
            <a:no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199" y="1737360"/>
            <a:ext cx="6428963" cy="422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14A48AAF-8DE6-EAE0-C3BC-3EF1475AC6CA}"/>
              </a:ext>
            </a:extLst>
          </p:cNvPr>
          <p:cNvSpPr>
            <a:spLocks noGrp="1"/>
          </p:cNvSpPr>
          <p:nvPr>
            <p:ph type="sldNum" sz="quarter" idx="17"/>
          </p:nvPr>
        </p:nvSpPr>
        <p:spPr/>
        <p:txBody>
          <a:bodyPr/>
          <a:lstStyle/>
          <a:p>
            <a:fld id="{40B778AE-8D30-EC43-B255-420E7914C179}" type="slidenum">
              <a:rPr lang="en-US" smtClean="0"/>
              <a:pPr/>
              <a:t>‹#›</a:t>
            </a:fld>
            <a:endParaRPr lang="en-US"/>
          </a:p>
        </p:txBody>
      </p:sp>
      <p:sp>
        <p:nvSpPr>
          <p:cNvPr id="5" name="Footer Placeholder 4">
            <a:extLst>
              <a:ext uri="{FF2B5EF4-FFF2-40B4-BE49-F238E27FC236}">
                <a16:creationId xmlns:a16="http://schemas.microsoft.com/office/drawing/2014/main" id="{B3512C07-7A5F-BEB6-7A29-9DAB0CF47A67}"/>
              </a:ext>
            </a:extLst>
          </p:cNvPr>
          <p:cNvSpPr>
            <a:spLocks noGrp="1"/>
          </p:cNvSpPr>
          <p:nvPr>
            <p:ph type="ftr" sz="quarter" idx="16"/>
          </p:nvPr>
        </p:nvSpPr>
        <p:spPr/>
        <p:txBody>
          <a:bodyPr/>
          <a:lstStyle/>
          <a:p>
            <a:r>
              <a:rPr lang="en-US"/>
              <a:t>Presentation title</a:t>
            </a:r>
          </a:p>
        </p:txBody>
      </p:sp>
      <p:sp>
        <p:nvSpPr>
          <p:cNvPr id="4" name="Date Placeholder 3">
            <a:extLst>
              <a:ext uri="{FF2B5EF4-FFF2-40B4-BE49-F238E27FC236}">
                <a16:creationId xmlns:a16="http://schemas.microsoft.com/office/drawing/2014/main" id="{25EBBFD0-0424-7C4B-20AF-00D4497D7F34}"/>
              </a:ext>
            </a:extLst>
          </p:cNvPr>
          <p:cNvSpPr>
            <a:spLocks noGrp="1"/>
          </p:cNvSpPr>
          <p:nvPr>
            <p:ph type="dt" sz="half" idx="15"/>
          </p:nvPr>
        </p:nvSpPr>
        <p:spPr>
          <a:xfrm>
            <a:off x="4539443" y="6126480"/>
            <a:ext cx="2346720" cy="365125"/>
          </a:xfrm>
        </p:spPr>
        <p:txBody>
          <a:bodyPr/>
          <a:lstStyle/>
          <a:p>
            <a:fld id="{D4039460-34D4-104F-A87D-31820CDD6266}" type="datetime1">
              <a:rPr lang="en-US" smtClean="0"/>
              <a:t>5/19/2026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7769731" y="457200"/>
            <a:ext cx="3958213" cy="59436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4219957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11274552" cy="932688"/>
          </a:xfrm>
        </p:spPr>
        <p:txBody>
          <a:bodyPr anchor="t" anchorCtr="0">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11480" y="1737360"/>
            <a:ext cx="4812154" cy="4206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306BFCA8-9BD5-0D66-6653-7B45B382C4F3}"/>
              </a:ext>
            </a:extLst>
          </p:cNvPr>
          <p:cNvSpPr>
            <a:spLocks noGrp="1"/>
          </p:cNvSpPr>
          <p:nvPr>
            <p:ph type="sldNum" sz="quarter" idx="17"/>
          </p:nvPr>
        </p:nvSpPr>
        <p:spPr/>
        <p:txBody>
          <a:bodyPr/>
          <a:lstStyle/>
          <a:p>
            <a:fld id="{40B778AE-8D30-EC43-B255-420E7914C179}" type="slidenum">
              <a:rPr lang="en-US" smtClean="0"/>
              <a:pPr/>
              <a:t>‹#›</a:t>
            </a:fld>
            <a:endParaRPr lang="en-US"/>
          </a:p>
        </p:txBody>
      </p:sp>
      <p:sp>
        <p:nvSpPr>
          <p:cNvPr id="5" name="Footer Placeholder 4">
            <a:extLst>
              <a:ext uri="{FF2B5EF4-FFF2-40B4-BE49-F238E27FC236}">
                <a16:creationId xmlns:a16="http://schemas.microsoft.com/office/drawing/2014/main" id="{E0A02138-E28D-3ED2-F911-171BA61DEEF9}"/>
              </a:ext>
            </a:extLst>
          </p:cNvPr>
          <p:cNvSpPr>
            <a:spLocks noGrp="1"/>
          </p:cNvSpPr>
          <p:nvPr>
            <p:ph type="ftr" sz="quarter" idx="16"/>
          </p:nvPr>
        </p:nvSpPr>
        <p:spPr>
          <a:xfrm>
            <a:off x="809077" y="6126480"/>
            <a:ext cx="3108960" cy="365125"/>
          </a:xfrm>
        </p:spPr>
        <p:txBody>
          <a:bodyPr/>
          <a:lstStyle/>
          <a:p>
            <a:r>
              <a:rPr lang="en-US"/>
              <a:t>Presentation title</a:t>
            </a:r>
          </a:p>
        </p:txBody>
      </p:sp>
      <p:sp>
        <p:nvSpPr>
          <p:cNvPr id="3" name="Date Placeholder 2">
            <a:extLst>
              <a:ext uri="{FF2B5EF4-FFF2-40B4-BE49-F238E27FC236}">
                <a16:creationId xmlns:a16="http://schemas.microsoft.com/office/drawing/2014/main" id="{01315DE3-263F-5B56-80FE-04252DA7AFCF}"/>
              </a:ext>
            </a:extLst>
          </p:cNvPr>
          <p:cNvSpPr>
            <a:spLocks noGrp="1"/>
          </p:cNvSpPr>
          <p:nvPr>
            <p:ph type="dt" sz="half" idx="15"/>
          </p:nvPr>
        </p:nvSpPr>
        <p:spPr>
          <a:xfrm>
            <a:off x="3949874" y="6126480"/>
            <a:ext cx="1273760" cy="365125"/>
          </a:xfrm>
        </p:spPr>
        <p:txBody>
          <a:bodyPr/>
          <a:lstStyle/>
          <a:p>
            <a:fld id="{1134199F-B77C-624E-8596-34C330D06B24}" type="datetime1">
              <a:rPr lang="en-US" smtClean="0"/>
              <a:t>5/19/2026</a:t>
            </a:fld>
            <a:endParaRPr lang="en-US"/>
          </a:p>
        </p:txBody>
      </p:sp>
      <p:sp>
        <p:nvSpPr>
          <p:cNvPr id="12" name="Picture Placeholder 11">
            <a:extLst>
              <a:ext uri="{FF2B5EF4-FFF2-40B4-BE49-F238E27FC236}">
                <a16:creationId xmlns:a16="http://schemas.microsoft.com/office/drawing/2014/main" id="{96F64025-FA05-CC42-8294-F944BC95DD00}"/>
              </a:ext>
            </a:extLst>
          </p:cNvPr>
          <p:cNvSpPr>
            <a:spLocks noGrp="1" noChangeAspect="1"/>
          </p:cNvSpPr>
          <p:nvPr>
            <p:ph type="pic" sz="quarter" idx="13" hasCustomPrompt="1"/>
          </p:nvPr>
        </p:nvSpPr>
        <p:spPr>
          <a:xfrm>
            <a:off x="5658927" y="1737360"/>
            <a:ext cx="6533071" cy="5120640"/>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t="-463"/>
            </a:stretch>
          </a:blipFill>
        </p:spPr>
        <p:txBody>
          <a:bodyPr vert="horz" wrap="square" lIns="91440" tIns="45720" rIns="91440" bIns="45720" rtlCol="0">
            <a:noAutofit/>
          </a:bodyPr>
          <a:lstStyle>
            <a:lvl1pPr marL="0" indent="0">
              <a:buNone/>
              <a:defRPr lang="en-US" dirty="0"/>
            </a:lvl1pPr>
          </a:lstStyle>
          <a:p>
            <a:pPr marL="0" lvl="0" indent="0">
              <a:buNone/>
            </a:pPr>
            <a:r>
              <a:rPr lang="en-US"/>
              <a:t>   </a:t>
            </a:r>
          </a:p>
        </p:txBody>
      </p:sp>
    </p:spTree>
    <p:extLst>
      <p:ext uri="{BB962C8B-B14F-4D97-AF65-F5344CB8AC3E}">
        <p14:creationId xmlns:p14="http://schemas.microsoft.com/office/powerpoint/2010/main" val="30666078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57200"/>
            <a:ext cx="6589777" cy="932688"/>
          </a:xfrm>
        </p:spPr>
        <p:txBody>
          <a:bodyPr anchor="t" anchorCtr="0"/>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200" y="1737360"/>
            <a:ext cx="4929188"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5989759" y="1737360"/>
            <a:ext cx="5741992" cy="4207696"/>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marL="0" indent="0">
              <a:buNone/>
              <a:defRPr lang="en-US" dirty="0"/>
            </a:lvl1pPr>
          </a:lstStyle>
          <a:p>
            <a:pPr marL="0" lvl="0" indent="0">
              <a:buNone/>
            </a:pPr>
            <a:r>
              <a:rPr lang="en-US"/>
              <a:t>   </a:t>
            </a:r>
          </a:p>
        </p:txBody>
      </p:sp>
      <p:sp>
        <p:nvSpPr>
          <p:cNvPr id="7" name="Slide Number Placeholder 6">
            <a:extLst>
              <a:ext uri="{FF2B5EF4-FFF2-40B4-BE49-F238E27FC236}">
                <a16:creationId xmlns:a16="http://schemas.microsoft.com/office/drawing/2014/main" id="{3FA9E5AF-145E-4F1A-BB20-9409893575AE}"/>
              </a:ext>
            </a:extLst>
          </p:cNvPr>
          <p:cNvSpPr>
            <a:spLocks noGrp="1"/>
          </p:cNvSpPr>
          <p:nvPr>
            <p:ph type="sldNum" sz="quarter" idx="17"/>
          </p:nvPr>
        </p:nvSpPr>
        <p:spPr/>
        <p:txBody>
          <a:bodyPr/>
          <a:lstStyle/>
          <a:p>
            <a:fld id="{40B778AE-8D30-EC43-B255-420E7914C179}" type="slidenum">
              <a:rPr lang="en-US" smtClean="0"/>
              <a:pPr/>
              <a:t>‹#›</a:t>
            </a:fld>
            <a:endParaRPr lang="en-US"/>
          </a:p>
        </p:txBody>
      </p:sp>
      <p:sp>
        <p:nvSpPr>
          <p:cNvPr id="5" name="Footer Placeholder 4">
            <a:extLst>
              <a:ext uri="{FF2B5EF4-FFF2-40B4-BE49-F238E27FC236}">
                <a16:creationId xmlns:a16="http://schemas.microsoft.com/office/drawing/2014/main" id="{00838992-9744-9F81-E393-2C3F1988DB63}"/>
              </a:ext>
            </a:extLst>
          </p:cNvPr>
          <p:cNvSpPr>
            <a:spLocks noGrp="1"/>
          </p:cNvSpPr>
          <p:nvPr>
            <p:ph type="ftr" sz="quarter" idx="16"/>
          </p:nvPr>
        </p:nvSpPr>
        <p:spPr/>
        <p:txBody>
          <a:bodyPr/>
          <a:lstStyle/>
          <a:p>
            <a:r>
              <a:rPr lang="en-US"/>
              <a:t>Presentation title</a:t>
            </a:r>
          </a:p>
        </p:txBody>
      </p:sp>
      <p:sp>
        <p:nvSpPr>
          <p:cNvPr id="3" name="Date Placeholder 2">
            <a:extLst>
              <a:ext uri="{FF2B5EF4-FFF2-40B4-BE49-F238E27FC236}">
                <a16:creationId xmlns:a16="http://schemas.microsoft.com/office/drawing/2014/main" id="{73D553C8-D720-0A9C-1422-FB597AA90E65}"/>
              </a:ext>
            </a:extLst>
          </p:cNvPr>
          <p:cNvSpPr>
            <a:spLocks noGrp="1"/>
          </p:cNvSpPr>
          <p:nvPr>
            <p:ph type="dt" sz="half" idx="15"/>
          </p:nvPr>
        </p:nvSpPr>
        <p:spPr/>
        <p:txBody>
          <a:bodyPr/>
          <a:lstStyle/>
          <a:p>
            <a:fld id="{46D95950-DF64-8142-88A4-F8F59685720D}" type="datetime1">
              <a:rPr lang="en-US" smtClean="0"/>
              <a:t>5/19/2026</a:t>
            </a:fld>
            <a:endParaRPr lang="en-US"/>
          </a:p>
        </p:txBody>
      </p:sp>
      <p:pic>
        <p:nvPicPr>
          <p:cNvPr id="9" name="Picture 8" descr="A blue and black image of two birds&#10;&#10;AI-generated content may be incorrect.">
            <a:extLst>
              <a:ext uri="{FF2B5EF4-FFF2-40B4-BE49-F238E27FC236}">
                <a16:creationId xmlns:a16="http://schemas.microsoft.com/office/drawing/2014/main" id="{515AFBE3-40C6-81D7-9428-700F64A385D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400544" y="-10989"/>
            <a:ext cx="4160520" cy="919694"/>
          </a:xfrm>
          <a:prstGeom prst="rect">
            <a:avLst/>
          </a:prstGeom>
        </p:spPr>
      </p:pic>
    </p:spTree>
    <p:extLst>
      <p:ext uri="{BB962C8B-B14F-4D97-AF65-F5344CB8AC3E}">
        <p14:creationId xmlns:p14="http://schemas.microsoft.com/office/powerpoint/2010/main" val="18511671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57200"/>
            <a:ext cx="9857233" cy="932688"/>
          </a:xfrm>
        </p:spPr>
        <p:txBody>
          <a:bodyPr anchor="t" anchorCtr="0"/>
          <a:lstStyle>
            <a:lvl1pPr>
              <a:defRPr sz="3600"/>
            </a:lvl1pPr>
          </a:lstStyle>
          <a:p>
            <a:r>
              <a:rPr lang="en-US"/>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0" y="1737361"/>
            <a:ext cx="6533071" cy="5120640"/>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b="-463"/>
            </a:stretch>
          </a:blipFill>
        </p:spPr>
        <p:txBody>
          <a:bodyPr vert="horz" wrap="square" lIns="91440" tIns="45720" rIns="91440" bIns="45720" rtlCol="0">
            <a:noAutofit/>
          </a:bodyPr>
          <a:lstStyle>
            <a:lvl1pPr marL="0" indent="0">
              <a:buNone/>
              <a:defRPr lang="en-US" dirty="0"/>
            </a:lvl1pPr>
          </a:lstStyle>
          <a:p>
            <a:pPr marL="0" lvl="0" indent="0">
              <a:buNone/>
            </a:pPr>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03255" y="1737360"/>
            <a:ext cx="4663440" cy="42976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D74937D0-8E8C-36F0-C09F-3935C5F5A187}"/>
              </a:ext>
            </a:extLst>
          </p:cNvPr>
          <p:cNvSpPr>
            <a:spLocks noGrp="1"/>
          </p:cNvSpPr>
          <p:nvPr>
            <p:ph type="sldNum" sz="quarter" idx="17"/>
          </p:nvPr>
        </p:nvSpPr>
        <p:spPr>
          <a:xfrm>
            <a:off x="7098034" y="6126480"/>
            <a:ext cx="365760" cy="365125"/>
          </a:xfrm>
        </p:spPr>
        <p:txBody>
          <a:bodyPr/>
          <a:lstStyle/>
          <a:p>
            <a:fld id="{40B778AE-8D30-EC43-B255-420E7914C179}" type="slidenum">
              <a:rPr lang="en-US" smtClean="0"/>
              <a:pPr/>
              <a:t>‹#›</a:t>
            </a:fld>
            <a:endParaRPr lang="en-US"/>
          </a:p>
        </p:txBody>
      </p:sp>
      <p:sp>
        <p:nvSpPr>
          <p:cNvPr id="5" name="Footer Placeholder 4">
            <a:extLst>
              <a:ext uri="{FF2B5EF4-FFF2-40B4-BE49-F238E27FC236}">
                <a16:creationId xmlns:a16="http://schemas.microsoft.com/office/drawing/2014/main" id="{DE8A5FE1-47F3-1838-9838-5F3981F5C024}"/>
              </a:ext>
            </a:extLst>
          </p:cNvPr>
          <p:cNvSpPr>
            <a:spLocks noGrp="1"/>
          </p:cNvSpPr>
          <p:nvPr>
            <p:ph type="ftr" sz="quarter" idx="16"/>
          </p:nvPr>
        </p:nvSpPr>
        <p:spPr>
          <a:xfrm>
            <a:off x="7495631" y="6126480"/>
            <a:ext cx="2818801" cy="365125"/>
          </a:xfrm>
        </p:spPr>
        <p:txBody>
          <a:bodyPr/>
          <a:lstStyle/>
          <a:p>
            <a:r>
              <a:rPr lang="en-US"/>
              <a:t>Presentation title</a:t>
            </a:r>
          </a:p>
        </p:txBody>
      </p:sp>
      <p:sp>
        <p:nvSpPr>
          <p:cNvPr id="3" name="Date Placeholder 2">
            <a:extLst>
              <a:ext uri="{FF2B5EF4-FFF2-40B4-BE49-F238E27FC236}">
                <a16:creationId xmlns:a16="http://schemas.microsoft.com/office/drawing/2014/main" id="{C2FADA45-5086-049B-5151-875044D0EB2B}"/>
              </a:ext>
            </a:extLst>
          </p:cNvPr>
          <p:cNvSpPr>
            <a:spLocks noGrp="1"/>
          </p:cNvSpPr>
          <p:nvPr>
            <p:ph type="dt" sz="half" idx="15"/>
          </p:nvPr>
        </p:nvSpPr>
        <p:spPr>
          <a:xfrm>
            <a:off x="10314432" y="6126480"/>
            <a:ext cx="1443628" cy="365125"/>
          </a:xfrm>
        </p:spPr>
        <p:txBody>
          <a:bodyPr/>
          <a:lstStyle/>
          <a:p>
            <a:fld id="{05030E4E-627B-D64F-876E-5B4D0895463B}" type="datetime1">
              <a:rPr lang="en-US" smtClean="0"/>
              <a:t>5/19/2026</a:t>
            </a:fld>
            <a:endParaRPr lang="en-US"/>
          </a:p>
        </p:txBody>
      </p:sp>
      <p:pic>
        <p:nvPicPr>
          <p:cNvPr id="4" name="Picture 3">
            <a:extLst>
              <a:ext uri="{FF2B5EF4-FFF2-40B4-BE49-F238E27FC236}">
                <a16:creationId xmlns:a16="http://schemas.microsoft.com/office/drawing/2014/main" id="{D34749E5-FB47-A780-BB70-15427C5C9C79}"/>
              </a:ext>
            </a:extLst>
          </p:cNvPr>
          <p:cNvPicPr>
            <a:picLocks noChangeAspect="1"/>
          </p:cNvPicPr>
          <p:nvPr/>
        </p:nvPicPr>
        <p:blipFill>
          <a:blip r:embed="rId3" cstate="email">
            <a:extLst>
              <a:ext uri="{28A0092B-C50C-407E-A947-70E740481C1C}">
                <a14:useLocalDpi xmlns:a14="http://schemas.microsoft.com/office/drawing/2010/main"/>
              </a:ext>
            </a:extLst>
          </a:blip>
          <a:srcRect t="46924" r="48863"/>
          <a:stretch>
            <a:fillRect/>
          </a:stretch>
        </p:blipFill>
        <p:spPr>
          <a:xfrm>
            <a:off x="10841171" y="-1694"/>
            <a:ext cx="1350829" cy="707766"/>
          </a:xfrm>
          <a:prstGeom prst="rect">
            <a:avLst/>
          </a:prstGeom>
        </p:spPr>
      </p:pic>
      <p:pic>
        <p:nvPicPr>
          <p:cNvPr id="7" name="Picture 6" descr="A blue leaf on a black background&#10;&#10;AI-generated content may be incorrect.">
            <a:extLst>
              <a:ext uri="{FF2B5EF4-FFF2-40B4-BE49-F238E27FC236}">
                <a16:creationId xmlns:a16="http://schemas.microsoft.com/office/drawing/2014/main" id="{CC4A5946-E946-3908-F594-36D825BAA616}"/>
              </a:ext>
            </a:extLst>
          </p:cNvPr>
          <p:cNvPicPr>
            <a:picLocks noChangeAspect="1"/>
          </p:cNvPicPr>
          <p:nvPr/>
        </p:nvPicPr>
        <p:blipFill>
          <a:blip r:embed="rId4" cstate="email">
            <a:extLst>
              <a:ext uri="{28A0092B-C50C-407E-A947-70E740481C1C}">
                <a14:useLocalDpi xmlns:a14="http://schemas.microsoft.com/office/drawing/2010/main"/>
              </a:ext>
            </a:extLst>
          </a:blip>
          <a:srcRect t="-6753" b="-3752"/>
          <a:stretch>
            <a:fillRect/>
          </a:stretch>
        </p:blipFill>
        <p:spPr>
          <a:xfrm rot="16200000" flipH="1">
            <a:off x="10305612" y="-161869"/>
            <a:ext cx="611235" cy="934973"/>
          </a:xfrm>
          <a:prstGeom prst="rect">
            <a:avLst/>
          </a:prstGeom>
        </p:spPr>
      </p:pic>
    </p:spTree>
    <p:extLst>
      <p:ext uri="{BB962C8B-B14F-4D97-AF65-F5344CB8AC3E}">
        <p14:creationId xmlns:p14="http://schemas.microsoft.com/office/powerpoint/2010/main" val="32195763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06976" y="457200"/>
            <a:ext cx="7315200" cy="1005840"/>
          </a:xfrm>
        </p:spPr>
        <p:txBody>
          <a:bodyPr anchor="b">
            <a:no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06976" y="1554480"/>
            <a:ext cx="7315200" cy="4480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5B8CCFB6-66BF-D5A2-4EF3-833708DF04F6}"/>
              </a:ext>
            </a:extLst>
          </p:cNvPr>
          <p:cNvSpPr>
            <a:spLocks noGrp="1"/>
          </p:cNvSpPr>
          <p:nvPr>
            <p:ph type="sldNum" sz="quarter" idx="17"/>
          </p:nvPr>
        </p:nvSpPr>
        <p:spPr>
          <a:xfrm>
            <a:off x="4506976" y="6126480"/>
            <a:ext cx="365760" cy="365125"/>
          </a:xfrm>
        </p:spPr>
        <p:txBody>
          <a:bodyPr/>
          <a:lstStyle/>
          <a:p>
            <a:fld id="{40B778AE-8D30-EC43-B255-420E7914C179}" type="slidenum">
              <a:rPr lang="en-US" smtClean="0"/>
              <a:pPr/>
              <a:t>‹#›</a:t>
            </a:fld>
            <a:endParaRPr lang="en-US"/>
          </a:p>
        </p:txBody>
      </p:sp>
      <p:sp>
        <p:nvSpPr>
          <p:cNvPr id="6" name="Footer Placeholder 5">
            <a:extLst>
              <a:ext uri="{FF2B5EF4-FFF2-40B4-BE49-F238E27FC236}">
                <a16:creationId xmlns:a16="http://schemas.microsoft.com/office/drawing/2014/main" id="{28ABAED9-FD69-CDB3-CE31-233F9E999A59}"/>
              </a:ext>
            </a:extLst>
          </p:cNvPr>
          <p:cNvSpPr>
            <a:spLocks noGrp="1"/>
          </p:cNvSpPr>
          <p:nvPr>
            <p:ph type="ftr" sz="quarter" idx="16"/>
          </p:nvPr>
        </p:nvSpPr>
        <p:spPr>
          <a:xfrm>
            <a:off x="4904572" y="6126480"/>
            <a:ext cx="3657600" cy="365125"/>
          </a:xfrm>
        </p:spPr>
        <p:txBody>
          <a:bodyPr/>
          <a:lstStyle/>
          <a:p>
            <a:r>
              <a:rPr lang="en-US"/>
              <a:t>Presentation title</a:t>
            </a:r>
          </a:p>
        </p:txBody>
      </p:sp>
      <p:sp>
        <p:nvSpPr>
          <p:cNvPr id="5" name="Date Placeholder 4">
            <a:extLst>
              <a:ext uri="{FF2B5EF4-FFF2-40B4-BE49-F238E27FC236}">
                <a16:creationId xmlns:a16="http://schemas.microsoft.com/office/drawing/2014/main" id="{028C4576-1D70-8D69-935F-F5841843BF28}"/>
              </a:ext>
            </a:extLst>
          </p:cNvPr>
          <p:cNvSpPr>
            <a:spLocks noGrp="1"/>
          </p:cNvSpPr>
          <p:nvPr>
            <p:ph type="dt" sz="half" idx="15"/>
          </p:nvPr>
        </p:nvSpPr>
        <p:spPr/>
        <p:txBody>
          <a:bodyPr/>
          <a:lstStyle/>
          <a:p>
            <a:fld id="{3EB7EF76-FB1E-EA44-B271-29D75F3FBB25}" type="datetime1">
              <a:rPr lang="en-US" smtClean="0"/>
              <a:t>5/19/2026</a:t>
            </a:fld>
            <a:endParaRPr lang="en-US"/>
          </a:p>
        </p:txBody>
      </p:sp>
    </p:spTree>
    <p:extLst>
      <p:ext uri="{BB962C8B-B14F-4D97-AF65-F5344CB8AC3E}">
        <p14:creationId xmlns:p14="http://schemas.microsoft.com/office/powerpoint/2010/main" val="404921265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7315200" cy="914400"/>
          </a:xfrm>
        </p:spPr>
        <p:txBody>
          <a:bodyPr anchor="b">
            <a:no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200" y="1554480"/>
            <a:ext cx="7315200" cy="4480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AC5D31AD-BC5C-0681-77D2-AA2DD3FACC0E}"/>
              </a:ext>
            </a:extLst>
          </p:cNvPr>
          <p:cNvSpPr>
            <a:spLocks noGrp="1"/>
          </p:cNvSpPr>
          <p:nvPr>
            <p:ph type="sldNum" sz="quarter" idx="17"/>
          </p:nvPr>
        </p:nvSpPr>
        <p:spPr/>
        <p:txBody>
          <a:bodyPr/>
          <a:lstStyle/>
          <a:p>
            <a:fld id="{40B778AE-8D30-EC43-B255-420E7914C179}" type="slidenum">
              <a:rPr lang="en-US" smtClean="0"/>
              <a:pPr/>
              <a:t>‹#›</a:t>
            </a:fld>
            <a:endParaRPr lang="en-US"/>
          </a:p>
        </p:txBody>
      </p:sp>
      <p:sp>
        <p:nvSpPr>
          <p:cNvPr id="5" name="Footer Placeholder 4">
            <a:extLst>
              <a:ext uri="{FF2B5EF4-FFF2-40B4-BE49-F238E27FC236}">
                <a16:creationId xmlns:a16="http://schemas.microsoft.com/office/drawing/2014/main" id="{A17CFFF4-D46A-BAF9-7B12-CCCCD9D4B9E8}"/>
              </a:ext>
            </a:extLst>
          </p:cNvPr>
          <p:cNvSpPr>
            <a:spLocks noGrp="1"/>
          </p:cNvSpPr>
          <p:nvPr>
            <p:ph type="ftr" sz="quarter" idx="16"/>
          </p:nvPr>
        </p:nvSpPr>
        <p:spPr/>
        <p:txBody>
          <a:bodyPr/>
          <a:lstStyle/>
          <a:p>
            <a:r>
              <a:rPr lang="en-US"/>
              <a:t>Presentation title</a:t>
            </a:r>
          </a:p>
        </p:txBody>
      </p:sp>
      <p:sp>
        <p:nvSpPr>
          <p:cNvPr id="3" name="Date Placeholder 2">
            <a:extLst>
              <a:ext uri="{FF2B5EF4-FFF2-40B4-BE49-F238E27FC236}">
                <a16:creationId xmlns:a16="http://schemas.microsoft.com/office/drawing/2014/main" id="{15F3D3FC-835B-4DD5-6FB4-1C61B80E1E7E}"/>
              </a:ext>
            </a:extLst>
          </p:cNvPr>
          <p:cNvSpPr>
            <a:spLocks noGrp="1"/>
          </p:cNvSpPr>
          <p:nvPr>
            <p:ph type="dt" sz="half" idx="15"/>
          </p:nvPr>
        </p:nvSpPr>
        <p:spPr>
          <a:xfrm>
            <a:off x="5782614" y="6126480"/>
            <a:ext cx="1989786" cy="365125"/>
          </a:xfrm>
        </p:spPr>
        <p:txBody>
          <a:bodyPr/>
          <a:lstStyle/>
          <a:p>
            <a:fld id="{45042452-74AC-7E41-8CDA-7073C00E876C}" type="datetime1">
              <a:rPr lang="en-US" smtClean="0"/>
              <a:t>5/19/2026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174182" y="0"/>
            <a:ext cx="4017817" cy="6858000"/>
          </a:xfrm>
          <a:blipFill dpi="0" rotWithShape="1">
            <a:blip r:embed="rId2">
              <a:alphaModFix amt="60000"/>
            </a:blip>
            <a:srcRect/>
            <a:stretch>
              <a:fillRect l="-2052"/>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09937444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4564763" cy="1269482"/>
          </a:xfrm>
        </p:spPr>
        <p:txBody>
          <a:bodyPr anchor="t">
            <a:no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57200" y="1968816"/>
            <a:ext cx="4564763" cy="3963682"/>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500688" y="457200"/>
            <a:ext cx="6217920" cy="54752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22D6359-BBC3-9E40-B171-C99E9F4933E9}" type="datetime1">
              <a:rPr lang="en-US" smtClean="0"/>
              <a:t>5/19/2026</a:t>
            </a:fld>
            <a:endParaRPr lang="en-US"/>
          </a:p>
        </p:txBody>
      </p:sp>
    </p:spTree>
    <p:extLst>
      <p:ext uri="{BB962C8B-B14F-4D97-AF65-F5344CB8AC3E}">
        <p14:creationId xmlns:p14="http://schemas.microsoft.com/office/powerpoint/2010/main" val="16593324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1" y="457200"/>
            <a:ext cx="3540760" cy="1316347"/>
          </a:xfr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57200" y="2089842"/>
            <a:ext cx="3540760" cy="3853758"/>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80559" y="457200"/>
            <a:ext cx="7254239" cy="5669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06BEBE4-268E-1643-A712-CC93702C9C05}" type="datetime1">
              <a:rPr lang="en-US" smtClean="0"/>
              <a:t>5/19/2026</a:t>
            </a:fld>
            <a:endParaRPr lang="en-US"/>
          </a:p>
        </p:txBody>
      </p:sp>
    </p:spTree>
    <p:extLst>
      <p:ext uri="{BB962C8B-B14F-4D97-AF65-F5344CB8AC3E}">
        <p14:creationId xmlns:p14="http://schemas.microsoft.com/office/powerpoint/2010/main" val="103044766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000" b="0" i="0" spc="100" baseline="0">
                <a:solidFill>
                  <a:schemeClr val="tx1"/>
                </a:solidFill>
                <a:latin typeface="+mn-lt"/>
                <a:ea typeface="Source Sans Pro Light" panose="020B0403030403020204" pitchFamily="34" charset="0"/>
                <a:cs typeface="Cordia New" panose="020B0304020202020204" pitchFamily="34" charset="-34"/>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2031070" y="457200"/>
            <a:ext cx="8129861" cy="4536141"/>
          </a:xfrm>
        </p:spPr>
        <p:txBody>
          <a:bodyPr anchor="b">
            <a:normAutofit/>
          </a:bodyPr>
          <a:lstStyle>
            <a:lvl1pPr marL="0" indent="0" algn="ctr">
              <a:lnSpc>
                <a:spcPct val="90000"/>
              </a:lnSpc>
              <a:buNone/>
              <a:defRPr sz="27000" b="0">
                <a:solidFill>
                  <a:schemeClr val="tx1"/>
                </a:solidFill>
                <a:latin typeface="+mj-lt"/>
                <a:cs typeface="Urdu Typesetting" panose="03020402040406030203" pitchFamily="66" charset="-78"/>
              </a:defRPr>
            </a:lvl1pPr>
          </a:lstStyle>
          <a:p>
            <a:pPr lvl="0"/>
            <a:r>
              <a:rPr lang="en-US"/>
              <a: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Presentation title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37E66D84-D695-C745-96DB-748C5AC7D514}" type="datetime1">
              <a:rPr lang="en-US" smtClean="0"/>
              <a:t>5/19/2026</a:t>
            </a:fld>
            <a:endParaRPr lang="en-US"/>
          </a:p>
        </p:txBody>
      </p:sp>
      <p:pic>
        <p:nvPicPr>
          <p:cNvPr id="8" name="Picture 7" descr="Blue leaves on a black background&#10;&#10;AI-generated content may be incorrect.">
            <a:extLst>
              <a:ext uri="{FF2B5EF4-FFF2-40B4-BE49-F238E27FC236}">
                <a16:creationId xmlns:a16="http://schemas.microsoft.com/office/drawing/2014/main" id="{7937E1ED-1028-57A9-8653-199F587CAA1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2560320"/>
            <a:ext cx="1917700" cy="1346200"/>
          </a:xfrm>
          <a:prstGeom prst="rect">
            <a:avLst/>
          </a:prstGeom>
        </p:spPr>
      </p:pic>
    </p:spTree>
    <p:extLst>
      <p:ext uri="{BB962C8B-B14F-4D97-AF65-F5344CB8AC3E}">
        <p14:creationId xmlns:p14="http://schemas.microsoft.com/office/powerpoint/2010/main" val="180713816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6152" y="4892040"/>
            <a:ext cx="9762068" cy="1060704"/>
          </a:xfrm>
        </p:spPr>
        <p:txBody>
          <a:bodyPr anchor="ctr">
            <a:normAutofit/>
          </a:bodyPr>
          <a:lstStyle>
            <a:lvl1pPr algn="ctr">
              <a:lnSpc>
                <a:spcPct val="110000"/>
              </a:lnSpc>
              <a:defRPr sz="2000" b="0" i="0" spc="100" baseline="0">
                <a:solidFill>
                  <a:schemeClr val="tx2"/>
                </a:solidFill>
                <a:latin typeface="+mn-lt"/>
                <a:ea typeface="Source Sans Pro Light" panose="020B0403030403020204" pitchFamily="34" charset="0"/>
                <a:cs typeface="Cordia New" panose="020B0304020202020204" pitchFamily="34" charset="-34"/>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2438400" y="457200"/>
            <a:ext cx="7315200" cy="4535424"/>
          </a:xfrm>
        </p:spPr>
        <p:txBody>
          <a:bodyPr anchor="b">
            <a:normAutofit/>
          </a:bodyPr>
          <a:lstStyle>
            <a:lvl1pPr marL="0" indent="0" algn="ctr">
              <a:lnSpc>
                <a:spcPct val="90000"/>
              </a:lnSpc>
              <a:buNone/>
              <a:defRPr sz="27000" b="0">
                <a:solidFill>
                  <a:schemeClr val="tx2"/>
                </a:solidFill>
                <a:latin typeface="+mj-lt"/>
                <a:cs typeface="Urdu Typesetting" panose="03020402040406030203" pitchFamily="66" charset="-78"/>
              </a:defRPr>
            </a:lvl1pPr>
          </a:lstStyle>
          <a:p>
            <a:pPr lvl="0"/>
            <a:r>
              <a:rPr lang="en-US"/>
              <a: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2"/>
                </a:solidFill>
              </a:defRPr>
            </a:lvl1pPr>
          </a:lstStyle>
          <a:p>
            <a:fld id="{AEAA3239-9EA4-4A65-A281-97F994456D9F}" type="slidenum">
              <a:rPr lang="en-US" smtClean="0"/>
              <a:pPr/>
              <a:t>‹#›</a:t>
            </a:fld>
            <a:endParaRPr lang="en-US">
              <a:solidFill>
                <a:schemeClr val="tx2"/>
              </a:solidFill>
            </a:endParaRP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2"/>
                </a:solidFill>
              </a:defRPr>
            </a:lvl1pPr>
          </a:lstStyle>
          <a:p>
            <a:r>
              <a:rPr lang="en-US"/>
              <a:t>Presentation title</a:t>
            </a:r>
            <a:endParaRPr lang="en-US">
              <a:solidFill>
                <a:schemeClr val="tx2"/>
              </a:solidFill>
            </a:endParaRP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2"/>
                </a:solidFill>
              </a:defRPr>
            </a:lvl1pPr>
          </a:lstStyle>
          <a:p>
            <a:fld id="{8B814E37-7324-6845-87AB-412490586DE2}" type="datetime1">
              <a:rPr lang="en-US" smtClean="0">
                <a:solidFill>
                  <a:schemeClr val="tx2"/>
                </a:solidFill>
              </a:rPr>
              <a:t>5/19/2026</a:t>
            </a:fld>
            <a:endParaRPr lang="en-US">
              <a:solidFill>
                <a:schemeClr val="tx2"/>
              </a:solidFill>
            </a:endParaRPr>
          </a:p>
        </p:txBody>
      </p:sp>
      <p:pic>
        <p:nvPicPr>
          <p:cNvPr id="8" name="Picture 7" descr="Blue leaves on a black background&#10;&#10;AI-generated content may be incorrect.">
            <a:extLst>
              <a:ext uri="{FF2B5EF4-FFF2-40B4-BE49-F238E27FC236}">
                <a16:creationId xmlns:a16="http://schemas.microsoft.com/office/drawing/2014/main" id="{0880C214-5B6A-CB20-C2B7-43282B9B191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2560320"/>
            <a:ext cx="1917700" cy="1346200"/>
          </a:xfrm>
          <a:prstGeom prst="rect">
            <a:avLst/>
          </a:prstGeom>
        </p:spPr>
      </p:pic>
    </p:spTree>
    <p:extLst>
      <p:ext uri="{BB962C8B-B14F-4D97-AF65-F5344CB8AC3E}">
        <p14:creationId xmlns:p14="http://schemas.microsoft.com/office/powerpoint/2010/main" val="2313251392"/>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3">
    <p:bg>
      <p:bgRef idx="1001">
        <a:schemeClr val="bg2"/>
      </p:bgRef>
    </p:bg>
    <p:spTree>
      <p:nvGrpSpPr>
        <p:cNvPr id="1" name=""/>
        <p:cNvGrpSpPr/>
        <p:nvPr/>
      </p:nvGrpSpPr>
      <p:grpSpPr>
        <a:xfrm>
          <a:off x="0" y="0"/>
          <a:ext cx="0" cy="0"/>
          <a:chOff x="0" y="0"/>
          <a:chExt cx="0" cy="0"/>
        </a:xfrm>
      </p:grpSpPr>
      <p:pic>
        <p:nvPicPr>
          <p:cNvPr id="4" name="Picture 3" descr="Blue leaves in a circle&#10;&#10;AI-generated content may be incorrect.">
            <a:extLst>
              <a:ext uri="{FF2B5EF4-FFF2-40B4-BE49-F238E27FC236}">
                <a16:creationId xmlns:a16="http://schemas.microsoft.com/office/drawing/2014/main" id="{BF0F0DCE-304C-EF8B-B97E-382148327DD9}"/>
              </a:ext>
            </a:extLst>
          </p:cNvPr>
          <p:cNvPicPr>
            <a:picLocks noChangeAspect="1"/>
          </p:cNvPicPr>
          <p:nvPr/>
        </p:nvPicPr>
        <p:blipFill>
          <a:blip r:embed="rId2"/>
          <a:stretch>
            <a:fillRect/>
          </a:stretch>
        </p:blipFill>
        <p:spPr>
          <a:xfrm>
            <a:off x="0" y="0"/>
            <a:ext cx="12202847" cy="6858000"/>
          </a:xfrm>
          <a:prstGeom prst="rect">
            <a:avLst/>
          </a:prstGeom>
        </p:spPr>
      </p:pic>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3352800" y="4397696"/>
            <a:ext cx="5486400" cy="1463040"/>
          </a:xfrm>
        </p:spPr>
        <p:txBody>
          <a:bodyPr anchor="t" anchorCtr="0">
            <a:normAutofit/>
          </a:bodyPr>
          <a:lstStyle>
            <a:lvl1pPr algn="ctr">
              <a:lnSpc>
                <a:spcPct val="110000"/>
              </a:lnSpc>
              <a:defRPr sz="1800" b="0" i="0" spc="100" baseline="0">
                <a:solidFill>
                  <a:schemeClr val="tx2"/>
                </a:solidFill>
                <a:latin typeface="+mn-lt"/>
                <a:ea typeface="Source Sans Pro Light" panose="020B0403030403020204" pitchFamily="34" charset="0"/>
                <a:cs typeface="Cordia New" panose="020B0304020202020204" pitchFamily="34" charset="-34"/>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2074069" y="1171579"/>
            <a:ext cx="8043862" cy="3566160"/>
          </a:xfrm>
        </p:spPr>
        <p:txBody>
          <a:bodyPr anchor="b">
            <a:normAutofit/>
          </a:bodyPr>
          <a:lstStyle>
            <a:lvl1pPr marL="0" indent="0" algn="ctr">
              <a:lnSpc>
                <a:spcPct val="90000"/>
              </a:lnSpc>
              <a:buNone/>
              <a:defRPr sz="25000" b="0">
                <a:solidFill>
                  <a:schemeClr val="tx2"/>
                </a:solidFill>
                <a:latin typeface="+mj-lt"/>
                <a:cs typeface="Urdu Typesetting" panose="03020402040406030203" pitchFamily="66" charset="-78"/>
              </a:defRPr>
            </a:lvl1pPr>
          </a:lstStyle>
          <a:p>
            <a:pPr lvl="0"/>
            <a:r>
              <a:rPr lang="en-US"/>
              <a:t>##%</a:t>
            </a:r>
          </a:p>
        </p:txBody>
      </p:sp>
    </p:spTree>
    <p:extLst>
      <p:ext uri="{BB962C8B-B14F-4D97-AF65-F5344CB8AC3E}">
        <p14:creationId xmlns:p14="http://schemas.microsoft.com/office/powerpoint/2010/main" val="811964104"/>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52600" y="365760"/>
            <a:ext cx="8686800" cy="5486400"/>
          </a:xfrm>
        </p:spPr>
        <p:txBody>
          <a:bodyPr anchor="ctr" anchorCtr="0">
            <a:noAutofit/>
          </a:bodyPr>
          <a:lstStyle>
            <a:lvl1pPr marL="0" indent="0" algn="ctr">
              <a:lnSpc>
                <a:spcPct val="80000"/>
              </a:lnSpc>
              <a:buNone/>
              <a:defRPr sz="6600" b="0" cap="all" baseline="0">
                <a:solidFill>
                  <a:schemeClr val="tx1"/>
                </a:solidFill>
                <a:latin typeface="+mj-lt"/>
                <a:cs typeface="Urdu Typesetting" panose="03020402040406030203" pitchFamily="66" charset="-78"/>
              </a:defRPr>
            </a:lvl1pPr>
            <a:lvl2pPr marL="228600" indent="0" algn="ctr">
              <a:lnSpc>
                <a:spcPct val="80000"/>
              </a:lnSpc>
              <a:buNone/>
              <a:defRPr sz="6000" b="0" cap="all" baseline="0">
                <a:solidFill>
                  <a:schemeClr val="tx1"/>
                </a:solidFill>
                <a:latin typeface="+mj-lt"/>
                <a:cs typeface="Urdu Typesetting" panose="03020402040406030203" pitchFamily="66" charset="-78"/>
              </a:defRPr>
            </a:lvl2pPr>
            <a:lvl3pPr marL="457200" indent="0" algn="ctr">
              <a:lnSpc>
                <a:spcPct val="80000"/>
              </a:lnSpc>
              <a:buNone/>
              <a:defRPr sz="5400" b="0" cap="all" baseline="0">
                <a:solidFill>
                  <a:schemeClr val="tx1"/>
                </a:solidFill>
                <a:latin typeface="+mj-lt"/>
                <a:cs typeface="Urdu Typesetting" panose="03020402040406030203" pitchFamily="66" charset="-78"/>
              </a:defRPr>
            </a:lvl3pPr>
            <a:lvl4pPr marL="685800" indent="0" algn="ctr">
              <a:lnSpc>
                <a:spcPct val="80000"/>
              </a:lnSpc>
              <a:buNone/>
              <a:defRPr sz="4800" b="0" cap="all" baseline="0">
                <a:solidFill>
                  <a:schemeClr val="tx1"/>
                </a:solidFill>
                <a:latin typeface="+mj-lt"/>
                <a:cs typeface="Urdu Typesetting" panose="03020402040406030203" pitchFamily="66" charset="-78"/>
              </a:defRPr>
            </a:lvl4pPr>
            <a:lvl5pPr marL="914400" indent="0" algn="ctr">
              <a:lnSpc>
                <a:spcPct val="80000"/>
              </a:lnSpc>
              <a:buNone/>
              <a:defRPr sz="4400" b="0" cap="all" baseline="0">
                <a:solidFill>
                  <a:schemeClr val="tx1"/>
                </a:solidFill>
                <a:latin typeface="+mj-lt"/>
                <a:cs typeface="Urdu Typesetting" panose="03020402040406030203" pitchFamily="66" charset="-78"/>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Presentation title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8BC944B1-A93B-F147-9A5A-D2620572B4B1}" type="datetime1">
              <a:rPr lang="en-US" smtClean="0"/>
              <a:t>5/19/2026</a:t>
            </a:fld>
            <a:endParaRPr lang="en-US"/>
          </a:p>
        </p:txBody>
      </p:sp>
      <p:pic>
        <p:nvPicPr>
          <p:cNvPr id="10" name="Picture 9" descr="A blue and black image of two birds&#10;&#10;AI-generated content may be incorrect.">
            <a:extLst>
              <a:ext uri="{FF2B5EF4-FFF2-40B4-BE49-F238E27FC236}">
                <a16:creationId xmlns:a16="http://schemas.microsoft.com/office/drawing/2014/main" id="{296154C5-7B40-49CB-E343-73980D8C709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9654540" y="3003334"/>
            <a:ext cx="4160520" cy="914400"/>
          </a:xfrm>
          <a:prstGeom prst="rect">
            <a:avLst/>
          </a:prstGeom>
        </p:spPr>
      </p:pic>
      <p:pic>
        <p:nvPicPr>
          <p:cNvPr id="12" name="Picture 11" descr="A blue leafy plant&#10;&#10;AI-generated content may be incorrect.">
            <a:extLst>
              <a:ext uri="{FF2B5EF4-FFF2-40B4-BE49-F238E27FC236}">
                <a16:creationId xmlns:a16="http://schemas.microsoft.com/office/drawing/2014/main" id="{C5608801-CE38-1990-EC36-5F382F3AC339}"/>
              </a:ext>
            </a:extLst>
          </p:cNvPr>
          <p:cNvPicPr>
            <a:picLocks noChangeAspect="1"/>
          </p:cNvPicPr>
          <p:nvPr/>
        </p:nvPicPr>
        <p:blipFill>
          <a:blip r:embed="rId3" cstate="email">
            <a:extLst>
              <a:ext uri="{28A0092B-C50C-407E-A947-70E740481C1C}">
                <a14:useLocalDpi xmlns:a14="http://schemas.microsoft.com/office/drawing/2010/main"/>
              </a:ext>
            </a:extLst>
          </a:blip>
          <a:srcRect t="-17073"/>
          <a:stretch>
            <a:fillRect/>
          </a:stretch>
        </p:blipFill>
        <p:spPr>
          <a:xfrm>
            <a:off x="0" y="157646"/>
            <a:ext cx="1757091" cy="1460378"/>
          </a:xfrm>
          <a:prstGeom prst="rect">
            <a:avLst/>
          </a:prstGeom>
        </p:spPr>
      </p:pic>
      <p:pic>
        <p:nvPicPr>
          <p:cNvPr id="13" name="Picture 12" descr="A blue leaf on a black background&#10;&#10;AI-generated content may be incorrect.">
            <a:extLst>
              <a:ext uri="{FF2B5EF4-FFF2-40B4-BE49-F238E27FC236}">
                <a16:creationId xmlns:a16="http://schemas.microsoft.com/office/drawing/2014/main" id="{497485C4-99A6-761F-6BC9-2157F7BE1ABB}"/>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rot="16200000" flipH="1">
            <a:off x="-1163538" y="2885078"/>
            <a:ext cx="3361254" cy="1034177"/>
          </a:xfrm>
          <a:prstGeom prst="rect">
            <a:avLst/>
          </a:prstGeom>
        </p:spPr>
      </p:pic>
    </p:spTree>
    <p:extLst>
      <p:ext uri="{BB962C8B-B14F-4D97-AF65-F5344CB8AC3E}">
        <p14:creationId xmlns:p14="http://schemas.microsoft.com/office/powerpoint/2010/main" val="25083495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2">
    <p:bg>
      <p:bgRef idx="1001">
        <a:schemeClr val="bg2"/>
      </p:bgRef>
    </p:bg>
    <p:spTree>
      <p:nvGrpSpPr>
        <p:cNvPr id="1" name=""/>
        <p:cNvGrpSpPr/>
        <p:nvPr/>
      </p:nvGrpSpPr>
      <p:grpSpPr>
        <a:xfrm>
          <a:off x="0" y="0"/>
          <a:ext cx="0" cy="0"/>
          <a:chOff x="0" y="0"/>
          <a:chExt cx="0" cy="0"/>
        </a:xfrm>
      </p:grpSpPr>
      <p:pic>
        <p:nvPicPr>
          <p:cNvPr id="4" name="Picture 3" descr="Blue leaves on a black background&#10;&#10;AI-generated content may be incorrect.">
            <a:extLst>
              <a:ext uri="{FF2B5EF4-FFF2-40B4-BE49-F238E27FC236}">
                <a16:creationId xmlns:a16="http://schemas.microsoft.com/office/drawing/2014/main" id="{FF848890-CE01-9C1B-6EF2-542D922D1ACF}"/>
              </a:ext>
            </a:extLst>
          </p:cNvPr>
          <p:cNvPicPr>
            <a:picLocks noChangeAspect="1"/>
          </p:cNvPicPr>
          <p:nvPr/>
        </p:nvPicPr>
        <p:blipFill>
          <a:blip r:embed="rId2"/>
          <a:stretch>
            <a:fillRect/>
          </a:stretch>
        </p:blipFill>
        <p:spPr>
          <a:xfrm flipH="1">
            <a:off x="0" y="0"/>
            <a:ext cx="7031307"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15024" y="1040528"/>
            <a:ext cx="5843035" cy="4572000"/>
          </a:xfrm>
        </p:spPr>
        <p:txBody>
          <a:bodyPr anchor="ctr" anchorCtr="0">
            <a:normAutofit/>
          </a:bodyPr>
          <a:lstStyle>
            <a:lvl1pPr marL="0" indent="0">
              <a:lnSpc>
                <a:spcPct val="80000"/>
              </a:lnSpc>
              <a:buNone/>
              <a:defRPr sz="4800" b="0" cap="all" baseline="0">
                <a:solidFill>
                  <a:schemeClr val="tx2"/>
                </a:solidFill>
                <a:latin typeface="+mj-lt"/>
                <a:cs typeface="Urdu Typesetting" panose="03020402040406030203" pitchFamily="66" charset="-78"/>
              </a:defRPr>
            </a:lvl1pPr>
            <a:lvl2pPr marL="228600" indent="0">
              <a:lnSpc>
                <a:spcPct val="80000"/>
              </a:lnSpc>
              <a:buNone/>
              <a:defRPr sz="4400" b="0" cap="all" baseline="0">
                <a:solidFill>
                  <a:schemeClr val="tx2"/>
                </a:solidFill>
                <a:latin typeface="+mj-lt"/>
                <a:cs typeface="Urdu Typesetting" panose="03020402040406030203" pitchFamily="66" charset="-78"/>
              </a:defRPr>
            </a:lvl2pPr>
            <a:lvl3pPr marL="457200" indent="0">
              <a:lnSpc>
                <a:spcPct val="80000"/>
              </a:lnSpc>
              <a:buNone/>
              <a:defRPr sz="4000" b="0" cap="all" baseline="0">
                <a:solidFill>
                  <a:schemeClr val="tx2"/>
                </a:solidFill>
                <a:latin typeface="+mj-lt"/>
                <a:cs typeface="Urdu Typesetting" panose="03020402040406030203" pitchFamily="66" charset="-78"/>
              </a:defRPr>
            </a:lvl3pPr>
            <a:lvl4pPr marL="685800" indent="0">
              <a:lnSpc>
                <a:spcPct val="80000"/>
              </a:lnSpc>
              <a:buNone/>
              <a:defRPr sz="3600" b="0" cap="all" baseline="0">
                <a:solidFill>
                  <a:schemeClr val="tx2"/>
                </a:solidFill>
                <a:latin typeface="+mj-lt"/>
                <a:cs typeface="Urdu Typesetting" panose="03020402040406030203" pitchFamily="66" charset="-78"/>
              </a:defRPr>
            </a:lvl4pPr>
            <a:lvl5pPr marL="914400" indent="0">
              <a:lnSpc>
                <a:spcPct val="80000"/>
              </a:lnSpc>
              <a:buNone/>
              <a:defRPr sz="3200" b="0" cap="all" baseline="0">
                <a:solidFill>
                  <a:schemeClr val="tx2"/>
                </a:solidFill>
                <a:latin typeface="+mj-lt"/>
                <a:cs typeface="Urdu Typesetting" panose="03020402040406030203" pitchFamily="66" charset="-78"/>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99151135"/>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160B913-2D3E-D2F1-2DC5-E8D1EB38E455}"/>
              </a:ext>
            </a:extLst>
          </p:cNvPr>
          <p:cNvSpPr/>
          <p:nvPr/>
        </p:nvSpPr>
        <p:spPr>
          <a:xfrm>
            <a:off x="411480" y="408561"/>
            <a:ext cx="11346580" cy="547788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822960" y="1280160"/>
            <a:ext cx="10515600" cy="4114800"/>
          </a:xfrm>
        </p:spPr>
        <p:txBody>
          <a:bodyPr anchor="ctr">
            <a:noAutofit/>
          </a:bodyPr>
          <a:lstStyle>
            <a:lvl1pPr marL="0" indent="0">
              <a:lnSpc>
                <a:spcPct val="80000"/>
              </a:lnSpc>
              <a:buNone/>
              <a:defRPr sz="6600" b="0" cap="all" baseline="0">
                <a:solidFill>
                  <a:schemeClr val="tx1"/>
                </a:solidFill>
                <a:latin typeface="+mj-lt"/>
                <a:cs typeface="Urdu Typesetting" panose="03020402040406030203" pitchFamily="66" charset="-78"/>
              </a:defRPr>
            </a:lvl1pPr>
            <a:lvl2pPr marL="228600" indent="0">
              <a:lnSpc>
                <a:spcPct val="80000"/>
              </a:lnSpc>
              <a:buNone/>
              <a:defRPr sz="6600" b="0" cap="all" baseline="0">
                <a:solidFill>
                  <a:schemeClr val="tx1"/>
                </a:solidFill>
                <a:latin typeface="+mj-lt"/>
                <a:cs typeface="Urdu Typesetting" panose="03020402040406030203" pitchFamily="66" charset="-78"/>
              </a:defRPr>
            </a:lvl2pPr>
            <a:lvl3pPr marL="457200" indent="0">
              <a:lnSpc>
                <a:spcPct val="80000"/>
              </a:lnSpc>
              <a:buNone/>
              <a:defRPr sz="6600" b="0" cap="all" baseline="0">
                <a:solidFill>
                  <a:schemeClr val="tx1"/>
                </a:solidFill>
                <a:latin typeface="+mj-lt"/>
                <a:cs typeface="Urdu Typesetting" panose="03020402040406030203" pitchFamily="66" charset="-78"/>
              </a:defRPr>
            </a:lvl3pPr>
            <a:lvl4pPr marL="685800" indent="0">
              <a:lnSpc>
                <a:spcPct val="80000"/>
              </a:lnSpc>
              <a:buNone/>
              <a:defRPr sz="6600" b="0" cap="all" baseline="0">
                <a:solidFill>
                  <a:schemeClr val="tx1"/>
                </a:solidFill>
                <a:latin typeface="+mj-lt"/>
                <a:cs typeface="Urdu Typesetting" panose="03020402040406030203" pitchFamily="66" charset="-78"/>
              </a:defRPr>
            </a:lvl4pPr>
            <a:lvl5pPr marL="914400" indent="0">
              <a:lnSpc>
                <a:spcPct val="80000"/>
              </a:lnSpc>
              <a:buNone/>
              <a:defRPr sz="6600" b="0" cap="all" baseline="0">
                <a:solidFill>
                  <a:schemeClr val="tx1"/>
                </a:solidFill>
                <a:latin typeface="+mj-lt"/>
                <a:cs typeface="Urdu Typesetting" panose="03020402040406030203" pitchFamily="66" charset="-78"/>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Presentation title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FD5A1C0D-A5B5-3D43-825A-85FAF7F7BC22}" type="datetime1">
              <a:rPr lang="en-US" smtClean="0"/>
              <a:t>5/19/2026</a:t>
            </a:fld>
            <a:endParaRPr lang="en-US"/>
          </a:p>
        </p:txBody>
      </p:sp>
      <p:pic>
        <p:nvPicPr>
          <p:cNvPr id="9" name="Picture 8" descr="A blue and black image of two birds&#10;&#10;AI-generated content may be incorrect.">
            <a:extLst>
              <a:ext uri="{FF2B5EF4-FFF2-40B4-BE49-F238E27FC236}">
                <a16:creationId xmlns:a16="http://schemas.microsoft.com/office/drawing/2014/main" id="{1CCED1F3-3CEB-D840-3519-74AC605E8DC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14400" y="0"/>
            <a:ext cx="4160520" cy="919694"/>
          </a:xfrm>
          <a:prstGeom prst="rect">
            <a:avLst/>
          </a:prstGeom>
        </p:spPr>
      </p:pic>
    </p:spTree>
    <p:extLst>
      <p:ext uri="{BB962C8B-B14F-4D97-AF65-F5344CB8AC3E}">
        <p14:creationId xmlns:p14="http://schemas.microsoft.com/office/powerpoint/2010/main" val="336893288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9" name="Picture 8" descr="Blue leaves on a black background&#10;&#10;AI-generated content may be incorrect.">
            <a:extLst>
              <a:ext uri="{FF2B5EF4-FFF2-40B4-BE49-F238E27FC236}">
                <a16:creationId xmlns:a16="http://schemas.microsoft.com/office/drawing/2014/main" id="{D25D851B-A4D3-5C99-951A-68207FA26812}"/>
              </a:ext>
            </a:extLst>
          </p:cNvPr>
          <p:cNvPicPr>
            <a:picLocks noChangeAspect="1"/>
          </p:cNvPicPr>
          <p:nvPr/>
        </p:nvPicPr>
        <p:blipFill>
          <a:blip r:embed="rId2"/>
          <a:stretch>
            <a:fillRect/>
          </a:stretch>
        </p:blipFill>
        <p:spPr>
          <a:xfrm>
            <a:off x="5160693" y="0"/>
            <a:ext cx="7031307" cy="6858000"/>
          </a:xfrm>
          <a:prstGeom prst="rect">
            <a:avLst/>
          </a:prstGeom>
        </p:spPr>
      </p:pic>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457200" y="5195516"/>
            <a:ext cx="5760720" cy="640080"/>
          </a:xfrm>
        </p:spPr>
        <p:txBody>
          <a:bodyPr anchor="ctr">
            <a:normAutofit/>
          </a:bodyPr>
          <a:lstStyle>
            <a:lvl1pPr>
              <a:lnSpc>
                <a:spcPct val="120000"/>
              </a:lnSpc>
              <a:defRPr sz="1800" b="0" i="0" spc="100" baseline="0">
                <a:solidFill>
                  <a:schemeClr val="tx1"/>
                </a:solidFill>
                <a:latin typeface="+mn-lt"/>
                <a:ea typeface="Source Sans Pro Light" panose="020B0403030403020204" pitchFamily="34" charset="0"/>
                <a:cs typeface="Cordia New" panose="020B0304020202020204" pitchFamily="34" charset="-34"/>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457200" y="457200"/>
            <a:ext cx="5760720" cy="4579422"/>
          </a:xfrm>
        </p:spPr>
        <p:txBody>
          <a:bodyPr anchor="ctr" anchorCtr="0">
            <a:normAutofit/>
          </a:bodyPr>
          <a:lstStyle>
            <a:lvl1pPr marL="0" indent="-164592">
              <a:lnSpc>
                <a:spcPct val="80000"/>
              </a:lnSpc>
              <a:spcBef>
                <a:spcPts val="0"/>
              </a:spcBef>
              <a:buNone/>
              <a:defRPr sz="4400" cap="all" spc="0" baseline="0">
                <a:latin typeface="+mj-lt"/>
                <a:cs typeface="Urdu Typesetting" panose="03020402040406030203" pitchFamily="66" charset="-78"/>
              </a:defRPr>
            </a:lvl1pPr>
          </a:lstStyle>
          <a:p>
            <a:pPr lvl="0"/>
            <a:r>
              <a:rPr lang="en-US"/>
              <a:t>Click to add Quote</a:t>
            </a:r>
          </a:p>
        </p:txBody>
      </p:sp>
    </p:spTree>
    <p:extLst>
      <p:ext uri="{BB962C8B-B14F-4D97-AF65-F5344CB8AC3E}">
        <p14:creationId xmlns:p14="http://schemas.microsoft.com/office/powerpoint/2010/main" val="309014596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5689600" y="4941517"/>
            <a:ext cx="5588000" cy="640080"/>
          </a:xfrm>
        </p:spPr>
        <p:txBody>
          <a:bodyPr anchor="ctr">
            <a:normAutofit/>
          </a:bodyPr>
          <a:lstStyle>
            <a:lvl1pPr>
              <a:lnSpc>
                <a:spcPct val="120000"/>
              </a:lnSpc>
              <a:defRPr sz="1800" b="0" i="0" spc="100" baseline="0">
                <a:solidFill>
                  <a:schemeClr val="tx1"/>
                </a:solidFill>
                <a:latin typeface="+mn-lt"/>
                <a:ea typeface="Source Sans Pro Light" panose="020B0403030403020204" pitchFamily="34" charset="0"/>
                <a:cs typeface="Cordia New" panose="020B0304020202020204" pitchFamily="34" charset="-34"/>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689600" y="1049867"/>
            <a:ext cx="5588000" cy="3657597"/>
          </a:xfrm>
        </p:spPr>
        <p:txBody>
          <a:bodyPr anchor="ctr" anchorCtr="0">
            <a:normAutofit/>
          </a:bodyPr>
          <a:lstStyle>
            <a:lvl1pPr marL="0" indent="-164592">
              <a:lnSpc>
                <a:spcPct val="80000"/>
              </a:lnSpc>
              <a:spcBef>
                <a:spcPts val="0"/>
              </a:spcBef>
              <a:buNone/>
              <a:defRPr sz="4800" cap="all" spc="0" baseline="0">
                <a:latin typeface="+mj-lt"/>
                <a:cs typeface="Urdu Typesetting" panose="03020402040406030203" pitchFamily="66" charset="-78"/>
              </a:defRPr>
            </a:lvl1pPr>
          </a:lstStyle>
          <a:p>
            <a:pPr lvl="0"/>
            <a:r>
              <a:rPr lang="en-US"/>
              <a:t>Click to add Quote</a:t>
            </a:r>
          </a:p>
        </p:txBody>
      </p:sp>
      <p:sp>
        <p:nvSpPr>
          <p:cNvPr id="11" name="Slide Number Placeholder 10">
            <a:extLst>
              <a:ext uri="{FF2B5EF4-FFF2-40B4-BE49-F238E27FC236}">
                <a16:creationId xmlns:a16="http://schemas.microsoft.com/office/drawing/2014/main" id="{72D73AE9-869B-7BF3-50A5-234196163F7D}"/>
              </a:ext>
            </a:extLst>
          </p:cNvPr>
          <p:cNvSpPr>
            <a:spLocks noGrp="1"/>
          </p:cNvSpPr>
          <p:nvPr>
            <p:ph type="sldNum" sz="quarter" idx="16"/>
          </p:nvPr>
        </p:nvSpPr>
        <p:spPr/>
        <p:txBody>
          <a:bodyPr/>
          <a:lstStyle/>
          <a:p>
            <a:fld id="{40B778AE-8D30-EC43-B255-420E7914C179}" type="slidenum">
              <a:rPr lang="en-US" smtClean="0"/>
              <a:pPr/>
              <a:t>‹#›</a:t>
            </a:fld>
            <a:endParaRPr lang="en-US"/>
          </a:p>
        </p:txBody>
      </p:sp>
      <p:sp>
        <p:nvSpPr>
          <p:cNvPr id="10" name="Footer Placeholder 9">
            <a:extLst>
              <a:ext uri="{FF2B5EF4-FFF2-40B4-BE49-F238E27FC236}">
                <a16:creationId xmlns:a16="http://schemas.microsoft.com/office/drawing/2014/main" id="{E3FEB0EA-071D-4499-B42D-F2B8EA05084E}"/>
              </a:ext>
            </a:extLst>
          </p:cNvPr>
          <p:cNvSpPr>
            <a:spLocks noGrp="1"/>
          </p:cNvSpPr>
          <p:nvPr>
            <p:ph type="ftr" sz="quarter" idx="15"/>
          </p:nvPr>
        </p:nvSpPr>
        <p:spPr/>
        <p:txBody>
          <a:bodyPr/>
          <a:lstStyle/>
          <a:p>
            <a:r>
              <a:rPr lang="en-US"/>
              <a:t>Presentation title</a:t>
            </a:r>
          </a:p>
        </p:txBody>
      </p:sp>
      <p:sp>
        <p:nvSpPr>
          <p:cNvPr id="9" name="Date Placeholder 8">
            <a:extLst>
              <a:ext uri="{FF2B5EF4-FFF2-40B4-BE49-F238E27FC236}">
                <a16:creationId xmlns:a16="http://schemas.microsoft.com/office/drawing/2014/main" id="{1B50E06B-939B-0AAF-0ECC-655004CFE61E}"/>
              </a:ext>
            </a:extLst>
          </p:cNvPr>
          <p:cNvSpPr>
            <a:spLocks noGrp="1"/>
          </p:cNvSpPr>
          <p:nvPr>
            <p:ph type="dt" sz="half" idx="14"/>
          </p:nvPr>
        </p:nvSpPr>
        <p:spPr/>
        <p:txBody>
          <a:bodyPr/>
          <a:lstStyle/>
          <a:p>
            <a:fld id="{D77E73F5-CCA3-444E-8B15-361BEE3A4343}" type="datetime1">
              <a:rPr lang="en-US" smtClean="0"/>
              <a:t>5/19/2026</a:t>
            </a:fld>
            <a:endParaRPr lang="en-US"/>
          </a:p>
        </p:txBody>
      </p:sp>
      <p:pic>
        <p:nvPicPr>
          <p:cNvPr id="4" name="Picture 3" descr="A lemon on a branch&#10;&#10;AI-generated content may be incorrect.">
            <a:extLst>
              <a:ext uri="{FF2B5EF4-FFF2-40B4-BE49-F238E27FC236}">
                <a16:creationId xmlns:a16="http://schemas.microsoft.com/office/drawing/2014/main" id="{6C8943F9-BACC-FB6D-553E-E3ABEBDAF8F4}"/>
              </a:ext>
            </a:extLst>
          </p:cNvPr>
          <p:cNvPicPr>
            <a:picLocks noChangeAspect="1"/>
          </p:cNvPicPr>
          <p:nvPr/>
        </p:nvPicPr>
        <p:blipFill>
          <a:blip r:embed="rId2"/>
          <a:stretch>
            <a:fillRect/>
          </a:stretch>
        </p:blipFill>
        <p:spPr>
          <a:xfrm>
            <a:off x="809077" y="935877"/>
            <a:ext cx="4131220" cy="4645152"/>
          </a:xfrm>
          <a:prstGeom prst="rect">
            <a:avLst/>
          </a:prstGeom>
        </p:spPr>
      </p:pic>
    </p:spTree>
    <p:extLst>
      <p:ext uri="{BB962C8B-B14F-4D97-AF65-F5344CB8AC3E}">
        <p14:creationId xmlns:p14="http://schemas.microsoft.com/office/powerpoint/2010/main" val="395868517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2209800" y="4955722"/>
            <a:ext cx="7772400" cy="669472"/>
          </a:xfrm>
        </p:spPr>
        <p:txBody>
          <a:bodyPr anchor="ctr">
            <a:normAutofit/>
          </a:bodyPr>
          <a:lstStyle>
            <a:lvl1pPr algn="ctr">
              <a:lnSpc>
                <a:spcPct val="120000"/>
              </a:lnSpc>
              <a:defRPr sz="1800" b="0" i="0" spc="100" baseline="0">
                <a:solidFill>
                  <a:schemeClr val="tx2"/>
                </a:solidFill>
                <a:latin typeface="+mn-lt"/>
                <a:ea typeface="Source Sans Pro Light" panose="020B0403030403020204" pitchFamily="34" charset="0"/>
                <a:cs typeface="Cordia New" panose="020B0304020202020204" pitchFamily="34" charset="-34"/>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2209800" y="1344168"/>
            <a:ext cx="7772400" cy="3291840"/>
          </a:xfrm>
        </p:spPr>
        <p:txBody>
          <a:bodyPr anchor="ctr">
            <a:normAutofit/>
          </a:bodyPr>
          <a:lstStyle>
            <a:lvl1pPr marL="0" indent="-164592" algn="ctr">
              <a:lnSpc>
                <a:spcPct val="80000"/>
              </a:lnSpc>
              <a:spcBef>
                <a:spcPts val="0"/>
              </a:spcBef>
              <a:buNone/>
              <a:defRPr sz="4000" cap="all" spc="0" baseline="0">
                <a:solidFill>
                  <a:schemeClr val="tx2"/>
                </a:solidFill>
                <a:latin typeface="+mj-lt"/>
                <a:cs typeface="Urdu Typesetting" panose="03020402040406030203" pitchFamily="66" charset="-78"/>
              </a:defRPr>
            </a:lvl1pPr>
          </a:lstStyle>
          <a:p>
            <a:pPr lvl="0"/>
            <a:r>
              <a:rPr lang="en-US"/>
              <a:t>Click to add Quote</a:t>
            </a:r>
          </a:p>
        </p:txBody>
      </p:sp>
      <p:pic>
        <p:nvPicPr>
          <p:cNvPr id="10" name="Picture 9" descr="A blue leaf on a black background&#10;&#10;AI-generated content may be incorrect.">
            <a:extLst>
              <a:ext uri="{FF2B5EF4-FFF2-40B4-BE49-F238E27FC236}">
                <a16:creationId xmlns:a16="http://schemas.microsoft.com/office/drawing/2014/main" id="{E1FAE426-B259-9B7E-DA6B-E052E1FCE6B2}"/>
              </a:ext>
            </a:extLst>
          </p:cNvPr>
          <p:cNvPicPr>
            <a:picLocks noChangeAspect="1"/>
          </p:cNvPicPr>
          <p:nvPr/>
        </p:nvPicPr>
        <p:blipFill>
          <a:blip r:embed="rId2" cstate="email">
            <a:extLst>
              <a:ext uri="{28A0092B-C50C-407E-A947-70E740481C1C}">
                <a14:useLocalDpi xmlns:a14="http://schemas.microsoft.com/office/drawing/2010/main"/>
              </a:ext>
            </a:extLst>
          </a:blip>
          <a:srcRect t="41628"/>
          <a:stretch>
            <a:fillRect/>
          </a:stretch>
        </p:blipFill>
        <p:spPr>
          <a:xfrm flipH="1">
            <a:off x="1638457" y="-1"/>
            <a:ext cx="3509674" cy="1034177"/>
          </a:xfrm>
          <a:prstGeom prst="rect">
            <a:avLst/>
          </a:prstGeom>
        </p:spPr>
      </p:pic>
      <p:pic>
        <p:nvPicPr>
          <p:cNvPr id="11" name="Picture 10" descr="Blue leaves on a black background&#10;&#10;AI-generated content may be incorrect.">
            <a:extLst>
              <a:ext uri="{FF2B5EF4-FFF2-40B4-BE49-F238E27FC236}">
                <a16:creationId xmlns:a16="http://schemas.microsoft.com/office/drawing/2014/main" id="{0A0E2D79-EB43-8B87-7AC2-A0043A5E3F8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3804153"/>
            <a:ext cx="1917700" cy="1346200"/>
          </a:xfrm>
          <a:prstGeom prst="rect">
            <a:avLst/>
          </a:prstGeom>
        </p:spPr>
      </p:pic>
      <p:pic>
        <p:nvPicPr>
          <p:cNvPr id="12" name="Picture 11" descr="Blue leaves on a black background&#10;&#10;AI-generated content may be incorrect.">
            <a:extLst>
              <a:ext uri="{FF2B5EF4-FFF2-40B4-BE49-F238E27FC236}">
                <a16:creationId xmlns:a16="http://schemas.microsoft.com/office/drawing/2014/main" id="{7373C030-FF01-D4D1-E8D8-0EE4E6036E1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flipV="1">
            <a:off x="10171959" y="780706"/>
            <a:ext cx="2020041" cy="1418042"/>
          </a:xfrm>
          <a:prstGeom prst="rect">
            <a:avLst/>
          </a:prstGeom>
        </p:spPr>
      </p:pic>
    </p:spTree>
    <p:extLst>
      <p:ext uri="{BB962C8B-B14F-4D97-AF65-F5344CB8AC3E}">
        <p14:creationId xmlns:p14="http://schemas.microsoft.com/office/powerpoint/2010/main" val="375408647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4">
    <p:bg>
      <p:bgRef idx="1001">
        <a:schemeClr val="bg2"/>
      </p:bgRef>
    </p:bg>
    <p:spTree>
      <p:nvGrpSpPr>
        <p:cNvPr id="1" name=""/>
        <p:cNvGrpSpPr/>
        <p:nvPr/>
      </p:nvGrpSpPr>
      <p:grpSpPr>
        <a:xfrm>
          <a:off x="0" y="0"/>
          <a:ext cx="0" cy="0"/>
          <a:chOff x="0" y="0"/>
          <a:chExt cx="0" cy="0"/>
        </a:xfrm>
      </p:grpSpPr>
      <p:pic>
        <p:nvPicPr>
          <p:cNvPr id="12" name="Picture 11" descr="Blue leaves in a circle&#10;&#10;AI-generated content may be incorrect.">
            <a:extLst>
              <a:ext uri="{FF2B5EF4-FFF2-40B4-BE49-F238E27FC236}">
                <a16:creationId xmlns:a16="http://schemas.microsoft.com/office/drawing/2014/main" id="{E981F3B3-629F-D680-2DF2-E8D2A2A6BC26}"/>
              </a:ext>
            </a:extLst>
          </p:cNvPr>
          <p:cNvPicPr>
            <a:picLocks noChangeAspect="1"/>
          </p:cNvPicPr>
          <p:nvPr/>
        </p:nvPicPr>
        <p:blipFill>
          <a:blip r:embed="rId2"/>
          <a:stretch>
            <a:fillRect/>
          </a:stretch>
        </p:blipFill>
        <p:spPr>
          <a:xfrm>
            <a:off x="0" y="0"/>
            <a:ext cx="12202847" cy="6858000"/>
          </a:xfrm>
          <a:prstGeom prst="rect">
            <a:avLst/>
          </a:prstGeom>
        </p:spPr>
      </p:pic>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3352800" y="4782298"/>
            <a:ext cx="5486400" cy="669472"/>
          </a:xfrm>
        </p:spPr>
        <p:txBody>
          <a:bodyPr anchor="ctr">
            <a:normAutofit/>
          </a:bodyPr>
          <a:lstStyle>
            <a:lvl1pPr algn="ctr">
              <a:lnSpc>
                <a:spcPct val="120000"/>
              </a:lnSpc>
              <a:defRPr sz="1800" b="0" i="0" spc="100" baseline="0">
                <a:solidFill>
                  <a:schemeClr val="tx2"/>
                </a:solidFill>
                <a:latin typeface="+mn-lt"/>
                <a:ea typeface="Source Sans Pro Light" panose="020B0403030403020204" pitchFamily="34" charset="0"/>
                <a:cs typeface="Cordia New" panose="020B0304020202020204" pitchFamily="34" charset="-34"/>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2804160" y="1344168"/>
            <a:ext cx="6583680" cy="3291840"/>
          </a:xfrm>
        </p:spPr>
        <p:txBody>
          <a:bodyPr anchor="ctr">
            <a:normAutofit/>
          </a:bodyPr>
          <a:lstStyle>
            <a:lvl1pPr marL="0" indent="-164592" algn="ctr">
              <a:lnSpc>
                <a:spcPct val="80000"/>
              </a:lnSpc>
              <a:spcBef>
                <a:spcPts val="0"/>
              </a:spcBef>
              <a:buNone/>
              <a:defRPr sz="4000" cap="all" spc="0" baseline="0">
                <a:solidFill>
                  <a:schemeClr val="tx2"/>
                </a:solidFill>
                <a:latin typeface="+mj-lt"/>
                <a:cs typeface="Urdu Typesetting" panose="03020402040406030203" pitchFamily="66" charset="-78"/>
              </a:defRPr>
            </a:lvl1pPr>
          </a:lstStyle>
          <a:p>
            <a:pPr lvl="0"/>
            <a:r>
              <a:rPr lang="en-US"/>
              <a:t>Click to add Quote</a:t>
            </a:r>
          </a:p>
        </p:txBody>
      </p:sp>
    </p:spTree>
    <p:extLst>
      <p:ext uri="{BB962C8B-B14F-4D97-AF65-F5344CB8AC3E}">
        <p14:creationId xmlns:p14="http://schemas.microsoft.com/office/powerpoint/2010/main" val="2266707711"/>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5">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AE60374-D5A7-578F-94DF-B3AE40A63D76}"/>
              </a:ext>
            </a:extLst>
          </p:cNvPr>
          <p:cNvSpPr/>
          <p:nvPr/>
        </p:nvSpPr>
        <p:spPr>
          <a:xfrm>
            <a:off x="411480" y="408561"/>
            <a:ext cx="11346580" cy="547788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9">
            <a:extLst>
              <a:ext uri="{FF2B5EF4-FFF2-40B4-BE49-F238E27FC236}">
                <a16:creationId xmlns:a16="http://schemas.microsoft.com/office/drawing/2014/main" id="{A60FC988-C014-CA7D-7F26-4EDC15295517}"/>
              </a:ext>
            </a:extLst>
          </p:cNvPr>
          <p:cNvSpPr>
            <a:spLocks noGrp="1"/>
          </p:cNvSpPr>
          <p:nvPr>
            <p:ph type="title" hasCustomPrompt="1"/>
          </p:nvPr>
        </p:nvSpPr>
        <p:spPr>
          <a:xfrm>
            <a:off x="2579838" y="4553078"/>
            <a:ext cx="5638800" cy="788610"/>
          </a:xfrm>
        </p:spPr>
        <p:txBody>
          <a:bodyPr/>
          <a:lstStyle>
            <a:lvl1pPr>
              <a:lnSpc>
                <a:spcPct val="120000"/>
              </a:lnSpc>
              <a:defRPr sz="1800" spc="100" baseline="0">
                <a:latin typeface="+mn-lt"/>
              </a:defRPr>
            </a:lvl1pPr>
          </a:lstStyle>
          <a:p>
            <a:r>
              <a:rPr lang="en-US"/>
              <a:t>Quote Author</a:t>
            </a:r>
          </a:p>
        </p:txBody>
      </p:sp>
      <p:sp>
        <p:nvSpPr>
          <p:cNvPr id="13" name="Content Placeholder 12">
            <a:extLst>
              <a:ext uri="{FF2B5EF4-FFF2-40B4-BE49-F238E27FC236}">
                <a16:creationId xmlns:a16="http://schemas.microsoft.com/office/drawing/2014/main" id="{F4BC7C1D-C941-64F4-959E-B9487BF4CD0A}"/>
              </a:ext>
            </a:extLst>
          </p:cNvPr>
          <p:cNvSpPr>
            <a:spLocks noGrp="1"/>
          </p:cNvSpPr>
          <p:nvPr>
            <p:ph sz="quarter" idx="14" hasCustomPrompt="1"/>
          </p:nvPr>
        </p:nvSpPr>
        <p:spPr>
          <a:xfrm>
            <a:off x="2579837" y="1047879"/>
            <a:ext cx="8483601" cy="3371850"/>
          </a:xfrm>
        </p:spPr>
        <p:txBody>
          <a:bodyPr anchor="ctr"/>
          <a:lstStyle>
            <a:lvl1pPr indent="0">
              <a:lnSpc>
                <a:spcPct val="80000"/>
              </a:lnSpc>
              <a:buNone/>
              <a:defRPr sz="5400" cap="all" baseline="0">
                <a:latin typeface="+mj-lt"/>
              </a:defRPr>
            </a:lvl1pPr>
          </a:lstStyle>
          <a:p>
            <a:pPr lvl="0"/>
            <a:r>
              <a:rPr lang="en-US"/>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Presentation title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A51628BD-4B0C-2949-B92B-496E78197D17}" type="datetime1">
              <a:rPr lang="en-US" smtClean="0"/>
              <a:t>5/19/2026</a:t>
            </a:fld>
            <a:endParaRPr lang="en-US"/>
          </a:p>
        </p:txBody>
      </p:sp>
      <p:pic>
        <p:nvPicPr>
          <p:cNvPr id="9" name="Picture 8" descr="Blue leaves on a black background&#10;&#10;AI-generated content may be incorrect.">
            <a:extLst>
              <a:ext uri="{FF2B5EF4-FFF2-40B4-BE49-F238E27FC236}">
                <a16:creationId xmlns:a16="http://schemas.microsoft.com/office/drawing/2014/main" id="{AD9087A2-9DF4-E9FD-70DE-819B7480EA6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2560320"/>
            <a:ext cx="1917700" cy="1346200"/>
          </a:xfrm>
          <a:prstGeom prst="rect">
            <a:avLst/>
          </a:prstGeom>
        </p:spPr>
      </p:pic>
    </p:spTree>
    <p:extLst>
      <p:ext uri="{BB962C8B-B14F-4D97-AF65-F5344CB8AC3E}">
        <p14:creationId xmlns:p14="http://schemas.microsoft.com/office/powerpoint/2010/main" val="158264571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pic>
        <p:nvPicPr>
          <p:cNvPr id="3" name="Picture 2" descr="A blue leaf on a black background&#10;&#10;AI-generated content may be incorrect.">
            <a:extLst>
              <a:ext uri="{FF2B5EF4-FFF2-40B4-BE49-F238E27FC236}">
                <a16:creationId xmlns:a16="http://schemas.microsoft.com/office/drawing/2014/main" id="{2980446A-4C51-EF2C-7912-750EC8808760}"/>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flipH="1">
            <a:off x="7315200" y="-1"/>
            <a:ext cx="3361254" cy="1034177"/>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034176"/>
            <a:ext cx="11300859" cy="1388984"/>
          </a:xfrm>
        </p:spPr>
        <p:txBody>
          <a:bodyPr anchor="b">
            <a:normAutofit/>
          </a:bodyPr>
          <a:lstStyle>
            <a:lvl1pPr>
              <a:defRPr sz="48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57200" y="2651760"/>
            <a:ext cx="11300860" cy="27731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936E4B0-8B14-9B4C-A31A-5987B81B3FF3}" type="datetime1">
              <a:rPr lang="en-US" smtClean="0"/>
              <a:t>5/19/2026</a:t>
            </a:fld>
            <a:endParaRPr lang="en-US"/>
          </a:p>
        </p:txBody>
      </p:sp>
    </p:spTree>
    <p:extLst>
      <p:ext uri="{BB962C8B-B14F-4D97-AF65-F5344CB8AC3E}">
        <p14:creationId xmlns:p14="http://schemas.microsoft.com/office/powerpoint/2010/main" val="327822028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CC57870-6258-3787-62B9-78CC66A2B053}"/>
              </a:ext>
            </a:extLst>
          </p:cNvPr>
          <p:cNvSpPr/>
          <p:nvPr/>
        </p:nvSpPr>
        <p:spPr>
          <a:xfrm>
            <a:off x="411480" y="408561"/>
            <a:ext cx="11346580" cy="547788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914400" y="914400"/>
            <a:ext cx="10332720" cy="1371600"/>
          </a:xfrm>
        </p:spPr>
        <p:txBody>
          <a:bodyPr anchor="b">
            <a:normAutofit/>
          </a:bodyPr>
          <a:lstStyle>
            <a:lvl1pPr>
              <a:defRPr sz="48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914400" y="2651760"/>
            <a:ext cx="10332720" cy="27731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6C36A54-899C-E541-8E52-4AB7D9961575}" type="datetime1">
              <a:rPr lang="en-US" smtClean="0"/>
              <a:t>5/19/2026</a:t>
            </a:fld>
            <a:endParaRPr lang="en-US"/>
          </a:p>
        </p:txBody>
      </p:sp>
      <p:pic>
        <p:nvPicPr>
          <p:cNvPr id="7" name="Picture 6" descr="A blue and black image of two birds&#10;&#10;AI-generated content may be incorrect.">
            <a:extLst>
              <a:ext uri="{FF2B5EF4-FFF2-40B4-BE49-F238E27FC236}">
                <a16:creationId xmlns:a16="http://schemas.microsoft.com/office/drawing/2014/main" id="{DF688FE8-69D4-9BEF-4BAA-95000B6B06F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10800000">
            <a:off x="4158274" y="5524901"/>
            <a:ext cx="6065596" cy="1333098"/>
          </a:xfrm>
          <a:prstGeom prst="rect">
            <a:avLst/>
          </a:prstGeom>
        </p:spPr>
      </p:pic>
    </p:spTree>
    <p:extLst>
      <p:ext uri="{BB962C8B-B14F-4D97-AF65-F5344CB8AC3E}">
        <p14:creationId xmlns:p14="http://schemas.microsoft.com/office/powerpoint/2010/main" val="402343737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914400"/>
            <a:ext cx="5486400" cy="2514600"/>
          </a:xfrm>
        </p:spPr>
        <p:txBody>
          <a:bodyPr anchor="b" anchorCtr="0">
            <a:noAutofit/>
          </a:bodyPr>
          <a:lstStyle>
            <a:lvl1pPr>
              <a:defRPr sz="48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0" y="3582336"/>
            <a:ext cx="5486400" cy="2318402"/>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C7A4A97-A7C4-9F40-8A0A-FE5948AA7EAD}" type="datetime1">
              <a:rPr lang="en-US" smtClean="0"/>
              <a:t>5/19/2026</a:t>
            </a:fld>
            <a:endParaRPr lang="en-US"/>
          </a:p>
        </p:txBody>
      </p:sp>
      <p:sp>
        <p:nvSpPr>
          <p:cNvPr id="9" name="Rectangle 8">
            <a:extLst>
              <a:ext uri="{FF2B5EF4-FFF2-40B4-BE49-F238E27FC236}">
                <a16:creationId xmlns:a16="http://schemas.microsoft.com/office/drawing/2014/main" id="{4D38A79B-2A35-A3D9-A7ED-DE7607A5B87F}"/>
              </a:ext>
            </a:extLst>
          </p:cNvPr>
          <p:cNvSpPr/>
          <p:nvPr/>
        </p:nvSpPr>
        <p:spPr>
          <a:xfrm>
            <a:off x="7383790" y="914400"/>
            <a:ext cx="4389990" cy="475488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lemon on a branch&#10;&#10;AI-generated content may be incorrect.">
            <a:extLst>
              <a:ext uri="{FF2B5EF4-FFF2-40B4-BE49-F238E27FC236}">
                <a16:creationId xmlns:a16="http://schemas.microsoft.com/office/drawing/2014/main" id="{BCAD1063-90DD-E1BB-B6C8-CF21479CD3B5}"/>
              </a:ext>
            </a:extLst>
          </p:cNvPr>
          <p:cNvPicPr>
            <a:picLocks noChangeAspect="1"/>
          </p:cNvPicPr>
          <p:nvPr/>
        </p:nvPicPr>
        <p:blipFill>
          <a:blip r:embed="rId2"/>
          <a:stretch>
            <a:fillRect/>
          </a:stretch>
        </p:blipFill>
        <p:spPr>
          <a:xfrm>
            <a:off x="7042114" y="553212"/>
            <a:ext cx="4911923" cy="5522976"/>
          </a:xfrm>
          <a:prstGeom prst="rect">
            <a:avLst/>
          </a:prstGeom>
        </p:spPr>
      </p:pic>
    </p:spTree>
    <p:extLst>
      <p:ext uri="{BB962C8B-B14F-4D97-AF65-F5344CB8AC3E}">
        <p14:creationId xmlns:p14="http://schemas.microsoft.com/office/powerpoint/2010/main" val="166815784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11274552" cy="914400"/>
          </a:xfrm>
        </p:spPr>
        <p:txBody>
          <a:bodyPr anchor="b"/>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457200" y="1825625"/>
            <a:ext cx="5394960" cy="4206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363100" y="1825625"/>
            <a:ext cx="5394960" cy="4206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2CCCE39-E894-AE4B-8297-21AAF0EFFD0A}" type="datetime1">
              <a:rPr lang="en-US" smtClean="0"/>
              <a:t>5/19/2026</a:t>
            </a:fld>
            <a:endParaRPr lang="en-US"/>
          </a:p>
        </p:txBody>
      </p:sp>
    </p:spTree>
    <p:extLst>
      <p:ext uri="{BB962C8B-B14F-4D97-AF65-F5344CB8AC3E}">
        <p14:creationId xmlns:p14="http://schemas.microsoft.com/office/powerpoint/2010/main" val="200532603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57200" y="457200"/>
            <a:ext cx="11274552" cy="914400"/>
          </a:xfrm>
        </p:spPr>
        <p:txBody>
          <a:bodyPr anchor="b"/>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0" y="1685735"/>
            <a:ext cx="5394960" cy="559834"/>
          </a:xfrm>
        </p:spPr>
        <p:txBody>
          <a:bodyPr anchor="b">
            <a:normAutofit/>
          </a:bodyPr>
          <a:lstStyle>
            <a:lvl1pPr marL="0" indent="0">
              <a:lnSpc>
                <a:spcPct val="9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457200" y="2387600"/>
            <a:ext cx="5394960" cy="365760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63736" y="1685735"/>
            <a:ext cx="5394960" cy="559834"/>
          </a:xfrm>
        </p:spPr>
        <p:txBody>
          <a:bodyPr anchor="b">
            <a:normAutofit/>
          </a:bodyPr>
          <a:lstStyle>
            <a:lvl1pPr marL="0" indent="0">
              <a:lnSpc>
                <a:spcPct val="9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363100" y="2387600"/>
            <a:ext cx="5394960" cy="365760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Presentation title</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C2DDF8A-0D91-364D-A077-5FA6DB0BF384}" type="datetime1">
              <a:rPr lang="en-US" smtClean="0"/>
              <a:t>5/19/2026</a:t>
            </a:fld>
            <a:endParaRPr lang="en-US"/>
          </a:p>
        </p:txBody>
      </p:sp>
    </p:spTree>
    <p:extLst>
      <p:ext uri="{BB962C8B-B14F-4D97-AF65-F5344CB8AC3E}">
        <p14:creationId xmlns:p14="http://schemas.microsoft.com/office/powerpoint/2010/main" val="172540599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57200" y="457200"/>
            <a:ext cx="11274552" cy="914400"/>
          </a:xfrm>
        </p:spPr>
        <p:txBody>
          <a:bodyPr anchor="b" anchorCtr="0"/>
          <a:lstStyle/>
          <a:p>
            <a:r>
              <a:rPr lang="en-US"/>
              <a:t>Click to edit Master title style</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Presentation title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E2360C67-8BBF-6B4F-9B47-BDE666336AA6}" type="datetime1">
              <a:rPr lang="en-US" smtClean="0"/>
              <a:t>5/19/2026</a:t>
            </a:fld>
            <a:endParaRPr lang="en-US"/>
          </a:p>
        </p:txBody>
      </p:sp>
    </p:spTree>
    <p:extLst>
      <p:ext uri="{BB962C8B-B14F-4D97-AF65-F5344CB8AC3E}">
        <p14:creationId xmlns:p14="http://schemas.microsoft.com/office/powerpoint/2010/main" val="421319287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Presentation title</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2DE4A657-91FB-5045-886C-E8C9E2D0FBD3}" type="datetime1">
              <a:rPr lang="en-US" smtClean="0"/>
              <a:t>5/19/2026</a:t>
            </a:fld>
            <a:endParaRPr lang="en-US"/>
          </a:p>
        </p:txBody>
      </p:sp>
    </p:spTree>
    <p:extLst>
      <p:ext uri="{BB962C8B-B14F-4D97-AF65-F5344CB8AC3E}">
        <p14:creationId xmlns:p14="http://schemas.microsoft.com/office/powerpoint/2010/main" val="280031975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57199" y="457200"/>
            <a:ext cx="4297680" cy="1757505"/>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57200" y="2590800"/>
            <a:ext cx="4297680" cy="3291840"/>
          </a:xfrm>
        </p:spPr>
        <p:txBody>
          <a:bodyPr anchor="t">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457200"/>
            <a:ext cx="6645812" cy="539496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938EC984-B3DE-9046-AFE2-DCA5A31E4617}" type="datetime1">
              <a:rPr lang="en-US" smtClean="0"/>
              <a:t>5/19/2026</a:t>
            </a:fld>
            <a:endParaRPr lang="en-US"/>
          </a:p>
        </p:txBody>
      </p:sp>
    </p:spTree>
    <p:extLst>
      <p:ext uri="{BB962C8B-B14F-4D97-AF65-F5344CB8AC3E}">
        <p14:creationId xmlns:p14="http://schemas.microsoft.com/office/powerpoint/2010/main" val="407368363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5849492-8CEA-1782-4908-C537B7CD0034}"/>
              </a:ext>
            </a:extLst>
          </p:cNvPr>
          <p:cNvSpPr/>
          <p:nvPr/>
        </p:nvSpPr>
        <p:spPr>
          <a:xfrm>
            <a:off x="4659682" y="-1"/>
            <a:ext cx="7532318"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57200" y="457200"/>
            <a:ext cx="3788700" cy="1762083"/>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57200" y="2826137"/>
            <a:ext cx="3778112" cy="3017520"/>
          </a:xfrm>
        </p:spPr>
        <p:txBody>
          <a:bodyPr anchor="b">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809077" y="6126480"/>
            <a:ext cx="2377440" cy="365125"/>
          </a:xfrm>
        </p:spPr>
        <p:txBody>
          <a:bodyPr/>
          <a:lstStyle/>
          <a:p>
            <a:r>
              <a:rPr lang="en-US"/>
              <a:t>Presentation title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3186517" y="6126480"/>
            <a:ext cx="1039521" cy="365125"/>
          </a:xfrm>
        </p:spPr>
        <p:txBody>
          <a:bodyPr/>
          <a:lstStyle/>
          <a:p>
            <a:fld id="{0265947F-1BAF-0347-867A-BE413595A34D}" type="datetime1">
              <a:rPr lang="en-US" smtClean="0"/>
              <a:t>5/19/2026</a:t>
            </a:fld>
            <a:endParaRPr lang="en-US"/>
          </a:p>
        </p:txBody>
      </p:sp>
      <p:sp>
        <p:nvSpPr>
          <p:cNvPr id="3" name="Picture Placeholder 2">
            <a:extLst>
              <a:ext uri="{FF2B5EF4-FFF2-40B4-BE49-F238E27FC236}">
                <a16:creationId xmlns:a16="http://schemas.microsoft.com/office/drawing/2014/main" id="{9571C769-CEC8-962A-01E6-15B0E056791E}"/>
              </a:ext>
            </a:extLst>
          </p:cNvPr>
          <p:cNvSpPr>
            <a:spLocks noGrp="1" noChangeAspect="1"/>
          </p:cNvSpPr>
          <p:nvPr>
            <p:ph type="pic" idx="1" hasCustomPrompt="1"/>
          </p:nvPr>
        </p:nvSpPr>
        <p:spPr>
          <a:xfrm>
            <a:off x="5073465" y="457200"/>
            <a:ext cx="6704753" cy="5943600"/>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Tree>
    <p:extLst>
      <p:ext uri="{BB962C8B-B14F-4D97-AF65-F5344CB8AC3E}">
        <p14:creationId xmlns:p14="http://schemas.microsoft.com/office/powerpoint/2010/main" val="338647469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D69C9E-5EF9-BB75-4627-4DC5CC696A43}"/>
              </a:ext>
            </a:extLst>
          </p:cNvPr>
          <p:cNvSpPr>
            <a:spLocks noGrp="1"/>
          </p:cNvSpPr>
          <p:nvPr>
            <p:ph type="title"/>
          </p:nvPr>
        </p:nvSpPr>
        <p:spPr>
          <a:xfrm>
            <a:off x="411480" y="365125"/>
            <a:ext cx="1134658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A82400-D5E7-A68D-169F-2E18AE06F566}"/>
              </a:ext>
            </a:extLst>
          </p:cNvPr>
          <p:cNvSpPr>
            <a:spLocks noGrp="1"/>
          </p:cNvSpPr>
          <p:nvPr>
            <p:ph type="body" idx="1"/>
          </p:nvPr>
        </p:nvSpPr>
        <p:spPr>
          <a:xfrm>
            <a:off x="411480" y="1825625"/>
            <a:ext cx="11346580" cy="40233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E0FF041-44CD-B171-7760-9BD4A44AFC5C}"/>
              </a:ext>
            </a:extLst>
          </p:cNvPr>
          <p:cNvSpPr>
            <a:spLocks noGrp="1"/>
          </p:cNvSpPr>
          <p:nvPr>
            <p:ph type="sldNum" sz="quarter" idx="4"/>
          </p:nvPr>
        </p:nvSpPr>
        <p:spPr>
          <a:xfrm>
            <a:off x="411480" y="6126480"/>
            <a:ext cx="365760" cy="365125"/>
          </a:xfrm>
          <a:prstGeom prst="rect">
            <a:avLst/>
          </a:prstGeom>
        </p:spPr>
        <p:txBody>
          <a:bodyPr vert="horz" lIns="91440" tIns="45720" rIns="0" bIns="45720" rtlCol="0" anchor="ctr"/>
          <a:lstStyle>
            <a:lvl1pPr algn="l" rtl="0">
              <a:defRPr sz="900" b="0" i="0" cap="all" spc="100" baseline="0">
                <a:solidFill>
                  <a:schemeClr val="tx1"/>
                </a:solidFill>
                <a:latin typeface="+mn-lt"/>
                <a:ea typeface="Source Sans Pro Light" panose="020B0403030403020204" pitchFamily="34" charset="0"/>
                <a:cs typeface="Cordia New" panose="020B0304020202020204" pitchFamily="34" charset="-34"/>
              </a:defRPr>
            </a:lvl1pPr>
          </a:lstStyle>
          <a:p>
            <a:fld id="{40B778AE-8D30-EC43-B255-420E7914C179}" type="slidenum">
              <a:rPr lang="en-US" smtClean="0"/>
              <a:pPr/>
              <a:t>‹#›</a:t>
            </a:fld>
            <a:endParaRPr lang="en-US"/>
          </a:p>
        </p:txBody>
      </p:sp>
      <p:sp>
        <p:nvSpPr>
          <p:cNvPr id="5" name="Footer Placeholder 4">
            <a:extLst>
              <a:ext uri="{FF2B5EF4-FFF2-40B4-BE49-F238E27FC236}">
                <a16:creationId xmlns:a16="http://schemas.microsoft.com/office/drawing/2014/main" id="{A7F78213-F4F4-5A28-3082-98832654612D}"/>
              </a:ext>
            </a:extLst>
          </p:cNvPr>
          <p:cNvSpPr>
            <a:spLocks noGrp="1"/>
          </p:cNvSpPr>
          <p:nvPr>
            <p:ph type="ftr" sz="quarter" idx="3"/>
          </p:nvPr>
        </p:nvSpPr>
        <p:spPr>
          <a:xfrm>
            <a:off x="809077" y="6126480"/>
            <a:ext cx="3698529" cy="365125"/>
          </a:xfrm>
          <a:prstGeom prst="rect">
            <a:avLst/>
          </a:prstGeom>
        </p:spPr>
        <p:txBody>
          <a:bodyPr vert="horz" lIns="0" tIns="45720" rIns="91440" bIns="45720" rtlCol="0" anchor="ctr"/>
          <a:lstStyle>
            <a:lvl1pPr algn="l" rtl="0">
              <a:defRPr sz="900" b="0" i="0" cap="all" spc="100" baseline="0">
                <a:solidFill>
                  <a:schemeClr val="tx1"/>
                </a:solidFill>
                <a:latin typeface="+mn-lt"/>
                <a:ea typeface="Source Sans Pro Light" panose="020B0403030403020204" pitchFamily="34" charset="0"/>
                <a:cs typeface="Cordia New" panose="020B0304020202020204" pitchFamily="34" charset="-34"/>
              </a:defRPr>
            </a:lvl1pPr>
          </a:lstStyle>
          <a:p>
            <a:r>
              <a:rPr lang="en-US"/>
              <a:t>Presentation title</a:t>
            </a:r>
          </a:p>
        </p:txBody>
      </p:sp>
      <p:sp>
        <p:nvSpPr>
          <p:cNvPr id="4" name="Date Placeholder 3">
            <a:extLst>
              <a:ext uri="{FF2B5EF4-FFF2-40B4-BE49-F238E27FC236}">
                <a16:creationId xmlns:a16="http://schemas.microsoft.com/office/drawing/2014/main" id="{3472940C-5E99-C9E6-92A2-229FA878BDC2}"/>
              </a:ext>
            </a:extLst>
          </p:cNvPr>
          <p:cNvSpPr>
            <a:spLocks noGrp="1"/>
          </p:cNvSpPr>
          <p:nvPr>
            <p:ph type="dt" sz="half" idx="2"/>
          </p:nvPr>
        </p:nvSpPr>
        <p:spPr>
          <a:xfrm>
            <a:off x="9684913" y="6126480"/>
            <a:ext cx="2073147" cy="365125"/>
          </a:xfrm>
          <a:prstGeom prst="rect">
            <a:avLst/>
          </a:prstGeom>
        </p:spPr>
        <p:txBody>
          <a:bodyPr vert="horz" lIns="91440" tIns="45720" rIns="91440" bIns="45720" rtlCol="0" anchor="ctr"/>
          <a:lstStyle>
            <a:lvl1pPr algn="r" rtl="0">
              <a:defRPr sz="900" b="0" i="0" cap="all" spc="100" baseline="0">
                <a:solidFill>
                  <a:schemeClr val="tx1"/>
                </a:solidFill>
                <a:latin typeface="+mn-lt"/>
                <a:ea typeface="Source Sans Pro Light" panose="020B0403030403020204" pitchFamily="34" charset="0"/>
                <a:cs typeface="Cordia New" panose="020B0304020202020204" pitchFamily="34" charset="-34"/>
              </a:defRPr>
            </a:lvl1pPr>
          </a:lstStyle>
          <a:p>
            <a:fld id="{F58F0028-8822-3F46-9369-4E11A89384E5}" type="datetime1">
              <a:rPr lang="en-US" smtClean="0"/>
              <a:pPr/>
              <a:t>5/19/2026</a:t>
            </a:fld>
            <a:endParaRPr lang="en-US"/>
          </a:p>
        </p:txBody>
      </p:sp>
      <p:sp>
        <p:nvSpPr>
          <p:cNvPr id="11" name="Freeform 10" hidden="1">
            <a:extLst>
              <a:ext uri="{FF2B5EF4-FFF2-40B4-BE49-F238E27FC236}">
                <a16:creationId xmlns:a16="http://schemas.microsoft.com/office/drawing/2014/main" id="{AD19C17A-2059-B291-5686-A6EE57749BBE}"/>
              </a:ext>
            </a:extLst>
          </p:cNvPr>
          <p:cNvSpPr>
            <a:spLocks noGrp="1" noRot="1" noMove="1" noResize="1" noEditPoints="1" noAdjustHandles="1" noChangeArrowheads="1" noChangeShapeType="1"/>
          </p:cNvSpPr>
          <p:nvPr/>
        </p:nvSpPr>
        <p:spPr>
          <a:xfrm>
            <a:off x="0" y="0"/>
            <a:ext cx="12192000" cy="6858000"/>
          </a:xfrm>
          <a:custGeom>
            <a:avLst/>
            <a:gdLst>
              <a:gd name="csX0" fmla="*/ 457200 w 12192000"/>
              <a:gd name="csY0" fmla="*/ 457200 h 6858000"/>
              <a:gd name="csX1" fmla="*/ 457200 w 12192000"/>
              <a:gd name="csY1" fmla="*/ 6400800 h 6858000"/>
              <a:gd name="csX2" fmla="*/ 11734800 w 12192000"/>
              <a:gd name="csY2" fmla="*/ 6400800 h 6858000"/>
              <a:gd name="csX3" fmla="*/ 11734800 w 12192000"/>
              <a:gd name="csY3" fmla="*/ 457200 h 6858000"/>
              <a:gd name="csX4" fmla="*/ 0 w 12192000"/>
              <a:gd name="csY4" fmla="*/ 0 h 6858000"/>
              <a:gd name="csX5" fmla="*/ 457200 w 12192000"/>
              <a:gd name="csY5" fmla="*/ 0 h 6858000"/>
              <a:gd name="csX6" fmla="*/ 457200 w 12192000"/>
              <a:gd name="csY6" fmla="*/ 0 h 6858000"/>
              <a:gd name="csX7" fmla="*/ 12190476 w 12192000"/>
              <a:gd name="csY7" fmla="*/ 0 h 6858000"/>
              <a:gd name="csX8" fmla="*/ 12190476 w 12192000"/>
              <a:gd name="csY8" fmla="*/ 0 h 6858000"/>
              <a:gd name="csX9" fmla="*/ 12192000 w 12192000"/>
              <a:gd name="csY9" fmla="*/ 0 h 6858000"/>
              <a:gd name="csX10" fmla="*/ 12192000 w 12192000"/>
              <a:gd name="csY10" fmla="*/ 6858000 h 6858000"/>
              <a:gd name="csX11" fmla="*/ 12190476 w 12192000"/>
              <a:gd name="csY11" fmla="*/ 6858000 h 6858000"/>
              <a:gd name="csX12" fmla="*/ 11734800 w 12192000"/>
              <a:gd name="csY12" fmla="*/ 6858000 h 6858000"/>
              <a:gd name="csX13" fmla="*/ 457200 w 12192000"/>
              <a:gd name="csY13" fmla="*/ 6858000 h 6858000"/>
              <a:gd name="csX14" fmla="*/ 1525 w 12192000"/>
              <a:gd name="csY14" fmla="*/ 6858000 h 6858000"/>
              <a:gd name="csX15" fmla="*/ 0 w 12192000"/>
              <a:gd name="csY15"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2192000" h="6858000">
                <a:moveTo>
                  <a:pt x="457200" y="457200"/>
                </a:moveTo>
                <a:lnTo>
                  <a:pt x="457200" y="6400800"/>
                </a:lnTo>
                <a:lnTo>
                  <a:pt x="11734800" y="6400800"/>
                </a:lnTo>
                <a:lnTo>
                  <a:pt x="11734800" y="457200"/>
                </a:lnTo>
                <a:close/>
                <a:moveTo>
                  <a:pt x="0" y="0"/>
                </a:moveTo>
                <a:lnTo>
                  <a:pt x="457200" y="0"/>
                </a:lnTo>
                <a:lnTo>
                  <a:pt x="457200" y="0"/>
                </a:lnTo>
                <a:lnTo>
                  <a:pt x="12190476" y="0"/>
                </a:lnTo>
                <a:lnTo>
                  <a:pt x="12190476" y="0"/>
                </a:lnTo>
                <a:lnTo>
                  <a:pt x="12192000" y="0"/>
                </a:lnTo>
                <a:lnTo>
                  <a:pt x="12192000" y="6858000"/>
                </a:lnTo>
                <a:lnTo>
                  <a:pt x="12190476" y="6858000"/>
                </a:lnTo>
                <a:lnTo>
                  <a:pt x="11734800" y="6858000"/>
                </a:lnTo>
                <a:lnTo>
                  <a:pt x="457200" y="6858000"/>
                </a:lnTo>
                <a:lnTo>
                  <a:pt x="1525" y="6858000"/>
                </a:lnTo>
                <a:lnTo>
                  <a:pt x="0" y="6858000"/>
                </a:lnTo>
                <a:close/>
              </a:path>
            </a:pathLst>
          </a:custGeom>
          <a:solidFill>
            <a:schemeClr val="accent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6821677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Lst>
  <p:hf hdr="0"/>
  <p:txStyles>
    <p:titleStyle>
      <a:lvl1pPr algn="l" defTabSz="914400" rtl="0" eaLnBrk="1" latinLnBrk="0" hangingPunct="1">
        <a:lnSpc>
          <a:spcPct val="80000"/>
        </a:lnSpc>
        <a:spcBef>
          <a:spcPct val="0"/>
        </a:spcBef>
        <a:buNone/>
        <a:defRPr sz="4400" kern="1200" cap="all" spc="200" baseline="0">
          <a:solidFill>
            <a:schemeClr val="tx1"/>
          </a:solidFill>
          <a:latin typeface="+mj-lt"/>
          <a:ea typeface="+mj-ea"/>
          <a:cs typeface="Urdu Typesetting" panose="03020402040406030203" pitchFamily="66" charset="-78"/>
        </a:defRPr>
      </a:lvl1pPr>
    </p:titleStyle>
    <p:bodyStyle>
      <a:lvl1pPr marL="0" indent="-228600" algn="l" defTabSz="914400" rtl="0" eaLnBrk="1" latinLnBrk="0" hangingPunct="1">
        <a:lnSpc>
          <a:spcPct val="100000"/>
        </a:lnSpc>
        <a:spcBef>
          <a:spcPts val="600"/>
        </a:spcBef>
        <a:buFont typeface="Arial" panose="020B0604020202020204" pitchFamily="34" charset="0"/>
        <a:buChar char="•"/>
        <a:defRPr sz="1400" b="0" i="0" kern="1200" spc="0" baseline="0">
          <a:solidFill>
            <a:schemeClr val="tx1"/>
          </a:solidFill>
          <a:latin typeface="+mn-lt"/>
          <a:ea typeface="Source Sans Pro Light" panose="020B0403030403020204" pitchFamily="34" charset="0"/>
          <a:cs typeface="Cordia New" panose="020B0304020202020204" pitchFamily="34" charset="-34"/>
        </a:defRPr>
      </a:lvl1pPr>
      <a:lvl2pPr marL="457200" indent="-228600" algn="l" defTabSz="914400" rtl="0" eaLnBrk="1" latinLnBrk="0" hangingPunct="1">
        <a:lnSpc>
          <a:spcPct val="100000"/>
        </a:lnSpc>
        <a:spcBef>
          <a:spcPts val="600"/>
        </a:spcBef>
        <a:buFont typeface="Arial" panose="020B0604020202020204" pitchFamily="34" charset="0"/>
        <a:buChar char="•"/>
        <a:defRPr sz="1400" b="0" i="0" kern="1200" spc="0" baseline="0">
          <a:solidFill>
            <a:schemeClr val="tx1"/>
          </a:solidFill>
          <a:latin typeface="+mn-lt"/>
          <a:ea typeface="Source Sans Pro Light" panose="020B0403030403020204" pitchFamily="34" charset="0"/>
          <a:cs typeface="Cordia New" panose="020B0304020202020204" pitchFamily="34" charset="-34"/>
        </a:defRPr>
      </a:lvl2pPr>
      <a:lvl3pPr marL="685800" indent="-228600" algn="l" defTabSz="914400" rtl="0" eaLnBrk="1" latinLnBrk="0" hangingPunct="1">
        <a:lnSpc>
          <a:spcPct val="100000"/>
        </a:lnSpc>
        <a:spcBef>
          <a:spcPts val="600"/>
        </a:spcBef>
        <a:buFont typeface="Arial" panose="020B0604020202020204" pitchFamily="34" charset="0"/>
        <a:buChar char="•"/>
        <a:defRPr sz="1400" b="0" i="0" kern="1200" spc="0" baseline="0">
          <a:solidFill>
            <a:schemeClr val="tx1"/>
          </a:solidFill>
          <a:latin typeface="+mn-lt"/>
          <a:ea typeface="Source Sans Pro Light" panose="020B0403030403020204" pitchFamily="34" charset="0"/>
          <a:cs typeface="Cordia New" panose="020B0304020202020204" pitchFamily="34" charset="-34"/>
        </a:defRPr>
      </a:lvl3pPr>
      <a:lvl4pPr marL="804672" indent="-228600" algn="l" defTabSz="914400" rtl="0" eaLnBrk="1" latinLnBrk="0" hangingPunct="1">
        <a:lnSpc>
          <a:spcPct val="100000"/>
        </a:lnSpc>
        <a:spcBef>
          <a:spcPts val="600"/>
        </a:spcBef>
        <a:buFont typeface="Arial" panose="020B0604020202020204" pitchFamily="34" charset="0"/>
        <a:buChar char="•"/>
        <a:defRPr sz="1400" b="0" i="0" kern="1200" spc="0" baseline="0">
          <a:solidFill>
            <a:schemeClr val="tx1"/>
          </a:solidFill>
          <a:latin typeface="+mn-lt"/>
          <a:ea typeface="Source Sans Pro Light" panose="020B0403030403020204" pitchFamily="34" charset="0"/>
          <a:cs typeface="Cordia New" panose="020B0304020202020204" pitchFamily="34" charset="-34"/>
        </a:defRPr>
      </a:lvl4pPr>
      <a:lvl5pPr marL="1024128" indent="-228600" algn="l" defTabSz="914400" rtl="0" eaLnBrk="1" latinLnBrk="0" hangingPunct="1">
        <a:lnSpc>
          <a:spcPct val="100000"/>
        </a:lnSpc>
        <a:spcBef>
          <a:spcPts val="600"/>
        </a:spcBef>
        <a:buFont typeface="Arial" panose="020B0604020202020204" pitchFamily="34" charset="0"/>
        <a:buChar char="•"/>
        <a:defRPr sz="1400" b="0" i="0" kern="1200" spc="0" baseline="0">
          <a:solidFill>
            <a:schemeClr val="tx1"/>
          </a:solidFill>
          <a:latin typeface="+mn-lt"/>
          <a:ea typeface="Source Sans Pro Light" panose="020B0403030403020204" pitchFamily="34" charset="0"/>
          <a:cs typeface="Cordia New" panose="020B0304020202020204" pitchFamily="34" charset="-34"/>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xml"/><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4.xml"/><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6.xml"/><Relationship Id="rId1" Type="http://schemas.openxmlformats.org/officeDocument/2006/relationships/slideLayout" Target="../slideLayouts/slideLayout38.xml"/></Relationships>
</file>

<file path=ppt/slides/_rels/slide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7.xml"/><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8.xml"/><Relationship Id="rId1" Type="http://schemas.openxmlformats.org/officeDocument/2006/relationships/slideLayout" Target="../slideLayouts/slideLayout38.xml"/></Relationships>
</file>

<file path=ppt/slides/_rels/slide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9.xml"/><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0.xml"/><Relationship Id="rId1" Type="http://schemas.openxmlformats.org/officeDocument/2006/relationships/slideLayout" Target="../slideLayouts/slideLayout38.xml"/></Relationships>
</file>

<file path=ppt/slides/_rels/slide1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1.xml"/><Relationship Id="rId1" Type="http://schemas.openxmlformats.org/officeDocument/2006/relationships/slideLayout" Target="../slideLayouts/slideLayout38.xml"/></Relationships>
</file>

<file path=ppt/slides/_rels/slide1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2.xml"/><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3.xml"/><Relationship Id="rId1" Type="http://schemas.openxmlformats.org/officeDocument/2006/relationships/slideLayout" Target="../slideLayouts/slideLayout38.xml"/></Relationships>
</file>

<file path=ppt/slides/_rels/slide1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4.xml"/><Relationship Id="rId1" Type="http://schemas.openxmlformats.org/officeDocument/2006/relationships/slideLayout" Target="../slideLayouts/slideLayout38.xml"/></Relationships>
</file>

<file path=ppt/slides/_rels/slide1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5.xml"/><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A77FD-9A9B-4DC8-63B9-F32CA10137CD}"/>
              </a:ext>
            </a:extLst>
          </p:cNvPr>
          <p:cNvSpPr>
            <a:spLocks noGrp="1"/>
          </p:cNvSpPr>
          <p:nvPr>
            <p:ph type="title"/>
          </p:nvPr>
        </p:nvSpPr>
        <p:spPr>
          <a:xfrm>
            <a:off x="5029198" y="1711444"/>
            <a:ext cx="6858001" cy="4929772"/>
          </a:xfrm>
        </p:spPr>
        <p:txBody>
          <a:bodyPr anchor="b">
            <a:normAutofit/>
          </a:bodyPr>
          <a:lstStyle/>
          <a:p>
            <a:r>
              <a:rPr lang="en-US" sz="6100"/>
              <a:t>Introduction to Artificial Intelligence and Machine Learning</a:t>
            </a:r>
          </a:p>
        </p:txBody>
      </p:sp>
      <p:sp>
        <p:nvSpPr>
          <p:cNvPr id="3" name="Subtitle 2">
            <a:extLst>
              <a:ext uri="{FF2B5EF4-FFF2-40B4-BE49-F238E27FC236}">
                <a16:creationId xmlns:a16="http://schemas.microsoft.com/office/drawing/2014/main" id="{75CE4340-9C77-1FBE-8598-4825E2FBDA1E}"/>
              </a:ext>
            </a:extLst>
          </p:cNvPr>
          <p:cNvSpPr>
            <a:spLocks noGrp="1"/>
          </p:cNvSpPr>
          <p:nvPr>
            <p:ph type="subTitle" idx="1"/>
          </p:nvPr>
        </p:nvSpPr>
        <p:spPr>
          <a:xfrm>
            <a:off x="5029200" y="383629"/>
            <a:ext cx="3899647" cy="977154"/>
          </a:xfrm>
        </p:spPr>
        <p:txBody>
          <a:bodyPr>
            <a:normAutofit/>
          </a:bodyPr>
          <a:lstStyle/>
          <a:p>
            <a:r>
              <a:rPr lang="en-US"/>
              <a:t>Fundamentals and applications transforming modern technology</a:t>
            </a:r>
          </a:p>
        </p:txBody>
      </p:sp>
      <p:sp>
        <p:nvSpPr>
          <p:cNvPr id="4" name="TextBox 3">
            <a:extLst>
              <a:ext uri="{FF2B5EF4-FFF2-40B4-BE49-F238E27FC236}">
                <a16:creationId xmlns:a16="http://schemas.microsoft.com/office/drawing/2014/main" id="{3629C8A7-A327-940F-B409-9707858BADEB}"/>
              </a:ext>
            </a:extLst>
          </p:cNvPr>
          <p:cNvSpPr txBox="1"/>
          <p:nvPr/>
        </p:nvSpPr>
        <p:spPr>
          <a:xfrm>
            <a:off x="4832684" y="1236619"/>
            <a:ext cx="704849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solidFill>
                  <a:srgbClr val="273540"/>
                </a:solidFill>
                <a:highlight>
                  <a:srgbClr val="FFFFFF"/>
                </a:highlight>
                <a:ea typeface="+mn-lt"/>
                <a:cs typeface="+mn-lt"/>
              </a:rPr>
              <a:t>CS131 Spring 2026 Semester Project - Pierce</a:t>
            </a:r>
            <a:br>
              <a:rPr lang="en-US" sz="1200" b="1" dirty="0">
                <a:solidFill>
                  <a:srgbClr val="273540"/>
                </a:solidFill>
                <a:highlight>
                  <a:srgbClr val="FFFFFF"/>
                </a:highlight>
                <a:ea typeface="+mn-lt"/>
                <a:cs typeface="+mn-lt"/>
              </a:rPr>
            </a:br>
            <a:br>
              <a:rPr lang="en-US" sz="1200" b="1" dirty="0">
                <a:solidFill>
                  <a:srgbClr val="273540"/>
                </a:solidFill>
                <a:highlight>
                  <a:srgbClr val="FFFFFF"/>
                </a:highlight>
              </a:rPr>
            </a:br>
            <a:r>
              <a:rPr lang="en-US" sz="1200" b="1">
                <a:solidFill>
                  <a:srgbClr val="273540"/>
                </a:solidFill>
                <a:highlight>
                  <a:srgbClr val="FFFFFF"/>
                </a:highlight>
              </a:rPr>
              <a:t>Benjamin Hales</a:t>
            </a:r>
          </a:p>
        </p:txBody>
      </p:sp>
    </p:spTree>
    <p:extLst>
      <p:ext uri="{BB962C8B-B14F-4D97-AF65-F5344CB8AC3E}">
        <p14:creationId xmlns:p14="http://schemas.microsoft.com/office/powerpoint/2010/main" val="2332007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10" presetClass="entr" presetSubtype="0" fill="hold" grpId="1" nodeType="withEffect">
                                  <p:stCondLst>
                                    <p:cond delay="250"/>
                                  </p:stCondLst>
                                  <p:iterate type="wd">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CE4F8-4BF3-810C-402F-E98FAD3D1145}"/>
              </a:ext>
            </a:extLst>
          </p:cNvPr>
          <p:cNvSpPr>
            <a:spLocks noGrp="1"/>
          </p:cNvSpPr>
          <p:nvPr>
            <p:ph type="ctrTitle"/>
          </p:nvPr>
        </p:nvSpPr>
        <p:spPr>
          <a:xfrm>
            <a:off x="457200" y="457198"/>
            <a:ext cx="5140452" cy="6199632"/>
          </a:xfrm>
        </p:spPr>
        <p:txBody>
          <a:bodyPr anchor="b">
            <a:normAutofit/>
          </a:bodyPr>
          <a:lstStyle/>
          <a:p>
            <a:r>
              <a:rPr lang="en-US" sz="4500"/>
              <a:t>Foundations, Methods, and Future of AI</a:t>
            </a:r>
          </a:p>
        </p:txBody>
      </p:sp>
      <p:sp>
        <p:nvSpPr>
          <p:cNvPr id="4" name="TextBox 3">
            <a:extLst>
              <a:ext uri="{FF2B5EF4-FFF2-40B4-BE49-F238E27FC236}">
                <a16:creationId xmlns:a16="http://schemas.microsoft.com/office/drawing/2014/main" id="{09F3146A-6524-C480-6A61-CC0C0158584C}"/>
              </a:ext>
            </a:extLst>
          </p:cNvPr>
          <p:cNvSpPr txBox="1"/>
          <p:nvPr/>
        </p:nvSpPr>
        <p:spPr>
          <a:xfrm>
            <a:off x="456981" y="2734406"/>
            <a:ext cx="4586253" cy="1138773"/>
          </a:xfrm>
          <a:prstGeom prst="rect">
            <a:avLst/>
          </a:prstGeom>
          <a:solidFill>
            <a:schemeClr val="accent2">
              <a:lumMod val="60000"/>
              <a:lumOff val="40000"/>
            </a:schemeClr>
          </a:solidFill>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  </a:t>
            </a:r>
            <a:r>
              <a:rPr lang="en-US" sz="3200" dirty="0">
                <a:highlight>
                  <a:srgbClr val="FFFF00"/>
                </a:highlight>
              </a:rPr>
              <a:t>---[:</a:t>
            </a:r>
            <a:r>
              <a:rPr lang="en-US" sz="3200" u="sng" dirty="0">
                <a:highlight>
                  <a:srgbClr val="FFFF00"/>
                </a:highlight>
              </a:rPr>
              <a:t>AI is Everywhere:</a:t>
            </a:r>
            <a:r>
              <a:rPr lang="en-US" sz="3200" dirty="0">
                <a:highlight>
                  <a:srgbClr val="FFFF00"/>
                </a:highlight>
              </a:rPr>
              <a:t>]---</a:t>
            </a:r>
            <a:br>
              <a:rPr lang="en-US" sz="2400" dirty="0">
                <a:highlight>
                  <a:srgbClr val="FFFF00"/>
                </a:highlight>
              </a:rPr>
            </a:br>
            <a:r>
              <a:rPr lang="en-US" dirty="0"/>
              <a:t>        </a:t>
            </a:r>
            <a:br>
              <a:rPr lang="en-US" dirty="0"/>
            </a:br>
            <a:r>
              <a:rPr lang="en-US" dirty="0"/>
              <a:t>       ...but how</a:t>
            </a:r>
            <a:r>
              <a:rPr lang="en-US" i="1" dirty="0"/>
              <a:t> </a:t>
            </a:r>
            <a:r>
              <a:rPr lang="en-US" dirty="0"/>
              <a:t> does it </a:t>
            </a:r>
            <a:r>
              <a:rPr lang="en-US" b="1" i="1" dirty="0"/>
              <a:t>actually</a:t>
            </a:r>
            <a:r>
              <a:rPr lang="en-US" dirty="0"/>
              <a:t> work?</a:t>
            </a:r>
          </a:p>
        </p:txBody>
      </p:sp>
    </p:spTree>
    <p:extLst>
      <p:ext uri="{BB962C8B-B14F-4D97-AF65-F5344CB8AC3E}">
        <p14:creationId xmlns:p14="http://schemas.microsoft.com/office/powerpoint/2010/main" val="20001701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A7D83-2AE4-367D-5F0A-8E20D46FE313}"/>
              </a:ext>
            </a:extLst>
          </p:cNvPr>
          <p:cNvSpPr>
            <a:spLocks noGrp="1"/>
          </p:cNvSpPr>
          <p:nvPr>
            <p:ph type="title"/>
          </p:nvPr>
        </p:nvSpPr>
        <p:spPr>
          <a:xfrm>
            <a:off x="457200" y="457200"/>
            <a:ext cx="4564763" cy="1269482"/>
          </a:xfrm>
        </p:spPr>
        <p:txBody>
          <a:bodyPr anchor="t">
            <a:normAutofit/>
          </a:bodyPr>
          <a:lstStyle/>
          <a:p>
            <a:r>
              <a:rPr lang="en-US" sz="2400"/>
              <a:t>Introduction to Artificial Intelligence and Machine Learning</a:t>
            </a:r>
          </a:p>
        </p:txBody>
      </p:sp>
      <p:pic>
        <p:nvPicPr>
          <p:cNvPr id="8" name="Content Placeholder 7" descr="Abstract picture of the brain made up of patterns">
            <a:extLst>
              <a:ext uri="{FF2B5EF4-FFF2-40B4-BE49-F238E27FC236}">
                <a16:creationId xmlns:a16="http://schemas.microsoft.com/office/drawing/2014/main" id="{85074A76-74CD-4009-87AD-9BEB6D95532A}"/>
              </a:ext>
            </a:extLst>
          </p:cNvPr>
          <p:cNvPicPr>
            <a:picLocks noGrp="1" noChangeAspect="1"/>
          </p:cNvPicPr>
          <p:nvPr>
            <p:ph type="pic" sz="quarter" idx="13"/>
          </p:nvPr>
        </p:nvPicPr>
        <p:blipFill>
          <a:blip r:embed="rId3"/>
          <a:srcRect l="5352" r="4243" b="-2"/>
          <a:stretch>
            <a:fillRect/>
          </a:stretch>
        </p:blipFill>
        <p:spPr>
          <a:xfrm>
            <a:off x="457200" y="1968816"/>
            <a:ext cx="4564763" cy="3963682"/>
          </a:xfrm>
        </p:spPr>
      </p:pic>
      <p:sp>
        <p:nvSpPr>
          <p:cNvPr id="4" name="Content Placeholder 3">
            <a:extLst>
              <a:ext uri="{FF2B5EF4-FFF2-40B4-BE49-F238E27FC236}">
                <a16:creationId xmlns:a16="http://schemas.microsoft.com/office/drawing/2014/main" id="{304599A0-5739-E3FF-34A7-CCE5F37FAFF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00688" y="457200"/>
            <a:ext cx="6217920" cy="5475298"/>
          </a:xfrm>
        </p:spPr>
        <p:txBody>
          <a:bodyPr>
            <a:normAutofit/>
          </a:bodyPr>
          <a:lstStyle/>
          <a:p>
            <a:pPr marL="0" indent="0">
              <a:spcBef>
                <a:spcPts val="2500"/>
              </a:spcBef>
              <a:buFont typeface="Arial" panose="020B0604020202020204" pitchFamily="34" charset="0"/>
              <a:buNone/>
            </a:pPr>
            <a:r>
              <a:rPr lang="en-US" b="1"/>
              <a:t>Artificial Intelligence Defined</a:t>
            </a:r>
          </a:p>
          <a:p>
            <a:pPr marL="0" lvl="1" indent="0">
              <a:buFont typeface="Arial" panose="020B0604020202020204" pitchFamily="34" charset="0"/>
              <a:buNone/>
            </a:pPr>
            <a:r>
              <a:rPr lang="en-US"/>
              <a:t>AI refers to computer systems performing tasks requiring human intelligence like reasoning and perception.</a:t>
            </a:r>
          </a:p>
          <a:p>
            <a:pPr marL="0" indent="0">
              <a:spcBef>
                <a:spcPts val="2500"/>
              </a:spcBef>
              <a:buFont typeface="Arial" panose="020B0604020202020204" pitchFamily="34" charset="0"/>
              <a:buNone/>
            </a:pPr>
            <a:r>
              <a:rPr lang="en-US" b="1"/>
              <a:t>Machine Learning Explained</a:t>
            </a:r>
          </a:p>
          <a:p>
            <a:pPr marL="0" lvl="1" indent="0">
              <a:buFont typeface="Arial" panose="020B0604020202020204" pitchFamily="34" charset="0"/>
              <a:buNone/>
            </a:pPr>
            <a:r>
              <a:rPr lang="en-US"/>
              <a:t>ML enables systems to learn from data and improve performance without explicit programming.</a:t>
            </a:r>
          </a:p>
          <a:p>
            <a:pPr marL="0" indent="0">
              <a:spcBef>
                <a:spcPts val="2500"/>
              </a:spcBef>
              <a:buFont typeface="Arial" panose="020B0604020202020204" pitchFamily="34" charset="0"/>
              <a:buNone/>
            </a:pPr>
            <a:r>
              <a:rPr lang="en-US" b="1"/>
              <a:t>Real-world Applications</a:t>
            </a:r>
          </a:p>
          <a:p>
            <a:pPr marL="0" lvl="1" indent="0">
              <a:buFont typeface="Arial" panose="020B0604020202020204" pitchFamily="34" charset="0"/>
              <a:buNone/>
            </a:pPr>
            <a:r>
              <a:rPr lang="en-US"/>
              <a:t>AI and ML power recommendation engines, voice assistants, and fraud detection in daily life.</a:t>
            </a:r>
          </a:p>
          <a:p>
            <a:pPr marL="0" indent="0">
              <a:spcBef>
                <a:spcPts val="2500"/>
              </a:spcBef>
              <a:buFont typeface="Arial" panose="020B0604020202020204" pitchFamily="34" charset="0"/>
              <a:buNone/>
            </a:pPr>
            <a:r>
              <a:rPr lang="en-US" b="1"/>
              <a:t>Importance and Impact</a:t>
            </a:r>
          </a:p>
          <a:p>
            <a:pPr marL="0" lvl="1" indent="0">
              <a:buFont typeface="Arial" panose="020B0604020202020204" pitchFamily="34" charset="0"/>
              <a:buNone/>
            </a:pPr>
            <a:r>
              <a:rPr lang="en-US"/>
              <a:t>These technologies scale decision-making across massive datasets faster than humans, transforming industries.</a:t>
            </a:r>
          </a:p>
        </p:txBody>
      </p:sp>
      <p:sp>
        <p:nvSpPr>
          <p:cNvPr id="5" name="Slide Number Placeholder 4">
            <a:extLst>
              <a:ext uri="{FF2B5EF4-FFF2-40B4-BE49-F238E27FC236}">
                <a16:creationId xmlns:a16="http://schemas.microsoft.com/office/drawing/2014/main" id="{FB515E0D-A9ED-ED68-A79D-47B4B829DAEB}"/>
              </a:ext>
            </a:extLst>
          </p:cNvPr>
          <p:cNvSpPr>
            <a:spLocks noGrp="1"/>
          </p:cNvSpPr>
          <p:nvPr>
            <p:ph type="sldNum" sz="quarter" idx="12"/>
          </p:nvPr>
        </p:nvSpPr>
        <p:spPr>
          <a:xfrm>
            <a:off x="411480" y="6126480"/>
            <a:ext cx="365760" cy="365125"/>
          </a:xfrm>
        </p:spPr>
        <p:txBody>
          <a:bodyPr anchor="ctr">
            <a:normAutofit/>
          </a:bodyPr>
          <a:lstStyle/>
          <a:p>
            <a:pPr>
              <a:spcAft>
                <a:spcPts val="600"/>
              </a:spcAft>
            </a:pPr>
            <a:fld id="{AEAA3239-9EA4-4A65-A281-97F994456D9F}" type="slidenum">
              <a:rPr lang="en-US" smtClean="0"/>
              <a:pPr>
                <a:spcAft>
                  <a:spcPts val="600"/>
                </a:spcAft>
              </a:pPr>
              <a:t>3</a:t>
            </a:fld>
            <a:endParaRPr lang="en-US"/>
          </a:p>
        </p:txBody>
      </p:sp>
      <p:sp>
        <p:nvSpPr>
          <p:cNvPr id="6" name="Footer Placeholder 5">
            <a:extLst>
              <a:ext uri="{FF2B5EF4-FFF2-40B4-BE49-F238E27FC236}">
                <a16:creationId xmlns:a16="http://schemas.microsoft.com/office/drawing/2014/main" id="{26FE2F82-DAB9-054F-2152-9EB0F6BE1A14}"/>
              </a:ext>
            </a:extLst>
          </p:cNvPr>
          <p:cNvSpPr>
            <a:spLocks noGrp="1"/>
          </p:cNvSpPr>
          <p:nvPr>
            <p:ph type="ftr" sz="quarter" idx="11"/>
          </p:nvPr>
        </p:nvSpPr>
        <p:spPr>
          <a:xfrm>
            <a:off x="809077" y="6126480"/>
            <a:ext cx="3698529" cy="365125"/>
          </a:xfrm>
        </p:spPr>
        <p:txBody>
          <a:bodyPr anchor="ctr">
            <a:normAutofit/>
          </a:bodyPr>
          <a:lstStyle/>
          <a:p>
            <a:pPr>
              <a:spcAft>
                <a:spcPts val="600"/>
              </a:spcAft>
            </a:pPr>
            <a:r>
              <a:rPr lang="en-US">
                <a:ea typeface="Source Sans Pro Light"/>
                <a:cs typeface="Cordia New"/>
              </a:rPr>
              <a:t>iNTRO. Ai AND ml</a:t>
            </a:r>
            <a:endParaRPr lang="en-US"/>
          </a:p>
        </p:txBody>
      </p:sp>
      <p:sp>
        <p:nvSpPr>
          <p:cNvPr id="7" name="Date Placeholder 6">
            <a:extLst>
              <a:ext uri="{FF2B5EF4-FFF2-40B4-BE49-F238E27FC236}">
                <a16:creationId xmlns:a16="http://schemas.microsoft.com/office/drawing/2014/main" id="{6F47BD70-5FC2-95CC-1CFB-BA95CA267DA6}"/>
              </a:ext>
            </a:extLst>
          </p:cNvPr>
          <p:cNvSpPr>
            <a:spLocks noGrp="1"/>
          </p:cNvSpPr>
          <p:nvPr>
            <p:ph type="dt" sz="half" idx="10"/>
          </p:nvPr>
        </p:nvSpPr>
        <p:spPr>
          <a:xfrm>
            <a:off x="9684913" y="6126480"/>
            <a:ext cx="2073147" cy="365125"/>
          </a:xfrm>
        </p:spPr>
        <p:txBody>
          <a:bodyPr anchor="ctr">
            <a:normAutofit/>
          </a:bodyPr>
          <a:lstStyle/>
          <a:p>
            <a:pPr>
              <a:spcAft>
                <a:spcPts val="600"/>
              </a:spcAft>
            </a:pPr>
            <a:fld id="{42CCCE39-E894-AE4B-8297-21AAF0EFFD0A}" type="datetime1">
              <a:rPr lang="en-US" smtClean="0"/>
              <a:pPr>
                <a:spcAft>
                  <a:spcPts val="600"/>
                </a:spcAft>
              </a:pPr>
              <a:t>5/19/2026</a:t>
            </a:fld>
            <a:endParaRPr lang="en-US"/>
          </a:p>
        </p:txBody>
      </p:sp>
    </p:spTree>
    <p:extLst>
      <p:ext uri="{BB962C8B-B14F-4D97-AF65-F5344CB8AC3E}">
        <p14:creationId xmlns:p14="http://schemas.microsoft.com/office/powerpoint/2010/main" val="38475976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45E73-7C03-EB6B-D86F-5AC405AEA210}"/>
              </a:ext>
            </a:extLst>
          </p:cNvPr>
          <p:cNvSpPr>
            <a:spLocks noGrp="1"/>
          </p:cNvSpPr>
          <p:nvPr>
            <p:ph type="title"/>
          </p:nvPr>
        </p:nvSpPr>
        <p:spPr>
          <a:xfrm>
            <a:off x="457200" y="457200"/>
            <a:ext cx="4564763" cy="1269482"/>
          </a:xfrm>
        </p:spPr>
        <p:txBody>
          <a:bodyPr anchor="t">
            <a:normAutofit/>
          </a:bodyPr>
          <a:lstStyle/>
          <a:p>
            <a:r>
              <a:rPr lang="en-US" sz="2400"/>
              <a:t>Historical Evolution from Rule-Based Logic to Learning Systems</a:t>
            </a:r>
          </a:p>
        </p:txBody>
      </p:sp>
      <p:pic>
        <p:nvPicPr>
          <p:cNvPr id="8" name="Content Placeholder 7" descr="Human and robots to work together in the near future. This combination will accelerate developing technology. Businessman and cyborg organizes social media.">
            <a:extLst>
              <a:ext uri="{FF2B5EF4-FFF2-40B4-BE49-F238E27FC236}">
                <a16:creationId xmlns:a16="http://schemas.microsoft.com/office/drawing/2014/main" id="{C1F7C521-1816-436C-AEFB-685100C135E2}"/>
              </a:ext>
            </a:extLst>
          </p:cNvPr>
          <p:cNvPicPr>
            <a:picLocks noGrp="1" noChangeAspect="1"/>
          </p:cNvPicPr>
          <p:nvPr>
            <p:ph type="pic" sz="quarter" idx="13"/>
          </p:nvPr>
        </p:nvPicPr>
        <p:blipFill>
          <a:blip r:embed="rId3"/>
          <a:srcRect r="28023" b="2"/>
          <a:stretch>
            <a:fillRect/>
          </a:stretch>
        </p:blipFill>
        <p:spPr>
          <a:xfrm>
            <a:off x="457200" y="1968816"/>
            <a:ext cx="4564763" cy="3963682"/>
          </a:xfrm>
        </p:spPr>
      </p:pic>
      <p:sp>
        <p:nvSpPr>
          <p:cNvPr id="4" name="Content Placeholder 3">
            <a:extLst>
              <a:ext uri="{FF2B5EF4-FFF2-40B4-BE49-F238E27FC236}">
                <a16:creationId xmlns:a16="http://schemas.microsoft.com/office/drawing/2014/main" id="{7C329607-5599-66F2-6D55-24E4AA90CA2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00688" y="457200"/>
            <a:ext cx="6217920" cy="5475298"/>
          </a:xfrm>
        </p:spPr>
        <p:txBody>
          <a:bodyPr>
            <a:normAutofit/>
          </a:bodyPr>
          <a:lstStyle/>
          <a:p>
            <a:pPr marL="0" indent="0">
              <a:spcBef>
                <a:spcPts val="2500"/>
              </a:spcBef>
              <a:buFont typeface="Arial" panose="020B0604020202020204" pitchFamily="34" charset="0"/>
              <a:buNone/>
            </a:pPr>
            <a:r>
              <a:rPr lang="en-US" b="1"/>
              <a:t>Early AI and Symbolic Logic</a:t>
            </a:r>
          </a:p>
          <a:p>
            <a:pPr marL="0" lvl="1" indent="0">
              <a:buFont typeface="Arial" panose="020B0604020202020204" pitchFamily="34" charset="0"/>
              <a:buNone/>
            </a:pPr>
            <a:r>
              <a:rPr lang="en-US"/>
              <a:t>Early AI used rule-based systems relying on handcrafted if-then logic to simulate expertise in narrow domains.</a:t>
            </a:r>
          </a:p>
          <a:p>
            <a:pPr marL="0" indent="0">
              <a:spcBef>
                <a:spcPts val="2500"/>
              </a:spcBef>
              <a:buFont typeface="Arial" panose="020B0604020202020204" pitchFamily="34" charset="0"/>
              <a:buNone/>
            </a:pPr>
            <a:r>
              <a:rPr lang="en-US" b="1"/>
              <a:t>Limitations of Rule-Based AI</a:t>
            </a:r>
          </a:p>
          <a:p>
            <a:pPr marL="0" lvl="1" indent="0">
              <a:buFont typeface="Arial" panose="020B0604020202020204" pitchFamily="34" charset="0"/>
              <a:buNone/>
            </a:pPr>
            <a:r>
              <a:rPr lang="en-US"/>
              <a:t>Rule-based AI struggled with brittleness, maintenance costs, and inability to adapt to new conditions or data.</a:t>
            </a:r>
          </a:p>
          <a:p>
            <a:pPr marL="0" indent="0">
              <a:spcBef>
                <a:spcPts val="2500"/>
              </a:spcBef>
              <a:buFont typeface="Arial" panose="020B0604020202020204" pitchFamily="34" charset="0"/>
              <a:buNone/>
            </a:pPr>
            <a:r>
              <a:rPr lang="en-US" b="1"/>
              <a:t>Shift to Machine Learning</a:t>
            </a:r>
          </a:p>
          <a:p>
            <a:pPr marL="0" lvl="1" indent="0">
              <a:buFont typeface="Arial" panose="020B0604020202020204" pitchFamily="34" charset="0"/>
              <a:buNone/>
            </a:pPr>
            <a:r>
              <a:rPr lang="en-US"/>
              <a:t>Rising computing power and data abundance enabled AI to learn patterns from data rather than explicit programming.</a:t>
            </a:r>
          </a:p>
          <a:p>
            <a:pPr marL="0" indent="0">
              <a:spcBef>
                <a:spcPts val="2500"/>
              </a:spcBef>
              <a:buFont typeface="Arial" panose="020B0604020202020204" pitchFamily="34" charset="0"/>
              <a:buNone/>
            </a:pPr>
            <a:r>
              <a:rPr lang="en-US" b="1"/>
              <a:t>Modern AI Capabilities</a:t>
            </a:r>
          </a:p>
          <a:p>
            <a:pPr marL="0" lvl="1" indent="0">
              <a:buFont typeface="Arial" panose="020B0604020202020204" pitchFamily="34" charset="0"/>
              <a:buNone/>
            </a:pPr>
            <a:r>
              <a:rPr lang="en-US"/>
              <a:t>Learning-based AI excels at perception, pattern recognition, and prediction but still faces challenges in general reasoning.</a:t>
            </a:r>
          </a:p>
        </p:txBody>
      </p:sp>
      <p:sp>
        <p:nvSpPr>
          <p:cNvPr id="5" name="Slide Number Placeholder 4">
            <a:extLst>
              <a:ext uri="{FF2B5EF4-FFF2-40B4-BE49-F238E27FC236}">
                <a16:creationId xmlns:a16="http://schemas.microsoft.com/office/drawing/2014/main" id="{028E3EE8-8EB2-1AA1-F5B8-0AF7D8BCC393}"/>
              </a:ext>
            </a:extLst>
          </p:cNvPr>
          <p:cNvSpPr>
            <a:spLocks noGrp="1"/>
          </p:cNvSpPr>
          <p:nvPr>
            <p:ph type="sldNum" sz="quarter" idx="12"/>
          </p:nvPr>
        </p:nvSpPr>
        <p:spPr>
          <a:xfrm>
            <a:off x="411480" y="6126480"/>
            <a:ext cx="365760" cy="365125"/>
          </a:xfrm>
        </p:spPr>
        <p:txBody>
          <a:bodyPr anchor="ctr">
            <a:normAutofit/>
          </a:bodyPr>
          <a:lstStyle/>
          <a:p>
            <a:pPr>
              <a:spcAft>
                <a:spcPts val="600"/>
              </a:spcAft>
            </a:pPr>
            <a:fld id="{AEAA3239-9EA4-4A65-A281-97F994456D9F}" type="slidenum">
              <a:rPr lang="en-US" smtClean="0"/>
              <a:pPr>
                <a:spcAft>
                  <a:spcPts val="600"/>
                </a:spcAft>
              </a:pPr>
              <a:t>4</a:t>
            </a:fld>
            <a:endParaRPr lang="en-US"/>
          </a:p>
        </p:txBody>
      </p:sp>
      <p:sp>
        <p:nvSpPr>
          <p:cNvPr id="6" name="Footer Placeholder 5">
            <a:extLst>
              <a:ext uri="{FF2B5EF4-FFF2-40B4-BE49-F238E27FC236}">
                <a16:creationId xmlns:a16="http://schemas.microsoft.com/office/drawing/2014/main" id="{6F6002A2-5935-0DDD-256E-1B1DEFD8167A}"/>
              </a:ext>
            </a:extLst>
          </p:cNvPr>
          <p:cNvSpPr>
            <a:spLocks noGrp="1"/>
          </p:cNvSpPr>
          <p:nvPr>
            <p:ph type="ftr" sz="quarter" idx="11"/>
          </p:nvPr>
        </p:nvSpPr>
        <p:spPr>
          <a:xfrm>
            <a:off x="809077" y="6126480"/>
            <a:ext cx="3698529" cy="365125"/>
          </a:xfrm>
        </p:spPr>
        <p:txBody>
          <a:bodyPr anchor="ctr">
            <a:normAutofit/>
          </a:bodyPr>
          <a:lstStyle/>
          <a:p>
            <a:pPr>
              <a:spcAft>
                <a:spcPts val="600"/>
              </a:spcAft>
            </a:pPr>
            <a:r>
              <a:rPr lang="en-US"/>
              <a:t>iNTRO. Ai AND ml</a:t>
            </a:r>
          </a:p>
        </p:txBody>
      </p:sp>
      <p:sp>
        <p:nvSpPr>
          <p:cNvPr id="7" name="Date Placeholder 6">
            <a:extLst>
              <a:ext uri="{FF2B5EF4-FFF2-40B4-BE49-F238E27FC236}">
                <a16:creationId xmlns:a16="http://schemas.microsoft.com/office/drawing/2014/main" id="{E04BB4A5-B250-AC7C-8FEB-31F3B0C7E4EC}"/>
              </a:ext>
            </a:extLst>
          </p:cNvPr>
          <p:cNvSpPr>
            <a:spLocks noGrp="1"/>
          </p:cNvSpPr>
          <p:nvPr>
            <p:ph type="dt" sz="half" idx="10"/>
          </p:nvPr>
        </p:nvSpPr>
        <p:spPr>
          <a:xfrm>
            <a:off x="9684913" y="6126480"/>
            <a:ext cx="2073147" cy="365125"/>
          </a:xfrm>
        </p:spPr>
        <p:txBody>
          <a:bodyPr anchor="ctr">
            <a:normAutofit/>
          </a:bodyPr>
          <a:lstStyle/>
          <a:p>
            <a:pPr>
              <a:spcAft>
                <a:spcPts val="600"/>
              </a:spcAft>
            </a:pPr>
            <a:fld id="{42CCCE39-E894-AE4B-8297-21AAF0EFFD0A}" type="datetime1">
              <a:rPr lang="en-US" smtClean="0"/>
              <a:pPr>
                <a:spcAft>
                  <a:spcPts val="600"/>
                </a:spcAft>
              </a:pPr>
              <a:t>5/19/2026</a:t>
            </a:fld>
            <a:endParaRPr lang="en-US"/>
          </a:p>
        </p:txBody>
      </p:sp>
    </p:spTree>
    <p:extLst>
      <p:ext uri="{BB962C8B-B14F-4D97-AF65-F5344CB8AC3E}">
        <p14:creationId xmlns:p14="http://schemas.microsoft.com/office/powerpoint/2010/main" val="11298999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300C5-754E-7E95-43D5-16BB2BBF76DA}"/>
              </a:ext>
            </a:extLst>
          </p:cNvPr>
          <p:cNvSpPr>
            <a:spLocks noGrp="1"/>
          </p:cNvSpPr>
          <p:nvPr>
            <p:ph type="title"/>
          </p:nvPr>
        </p:nvSpPr>
        <p:spPr>
          <a:xfrm>
            <a:off x="457200" y="457200"/>
            <a:ext cx="4564763" cy="1269482"/>
          </a:xfrm>
        </p:spPr>
        <p:txBody>
          <a:bodyPr anchor="t">
            <a:normAutofit/>
          </a:bodyPr>
          <a:lstStyle/>
          <a:p>
            <a:r>
              <a:rPr lang="en-US" sz="2400"/>
              <a:t>Understanding the Hierarchy: AI, Machine Learning, and Deep Learning</a:t>
            </a:r>
          </a:p>
        </p:txBody>
      </p:sp>
      <p:pic>
        <p:nvPicPr>
          <p:cNvPr id="8" name="Content Placeholder 7" descr="Digital Hologram Brain">
            <a:extLst>
              <a:ext uri="{FF2B5EF4-FFF2-40B4-BE49-F238E27FC236}">
                <a16:creationId xmlns:a16="http://schemas.microsoft.com/office/drawing/2014/main" id="{AC4D0B3B-E78F-498E-B483-F35CFE519168}"/>
              </a:ext>
            </a:extLst>
          </p:cNvPr>
          <p:cNvPicPr>
            <a:picLocks noGrp="1" noChangeAspect="1"/>
          </p:cNvPicPr>
          <p:nvPr>
            <p:ph type="pic" sz="quarter" idx="13"/>
          </p:nvPr>
        </p:nvPicPr>
        <p:blipFill>
          <a:blip r:embed="rId3"/>
          <a:srcRect l="10618" r="24600" b="-2"/>
          <a:stretch>
            <a:fillRect/>
          </a:stretch>
        </p:blipFill>
        <p:spPr>
          <a:xfrm>
            <a:off x="457200" y="1968816"/>
            <a:ext cx="4564763" cy="3963682"/>
          </a:xfrm>
        </p:spPr>
      </p:pic>
      <p:sp>
        <p:nvSpPr>
          <p:cNvPr id="4" name="Content Placeholder 3">
            <a:extLst>
              <a:ext uri="{FF2B5EF4-FFF2-40B4-BE49-F238E27FC236}">
                <a16:creationId xmlns:a16="http://schemas.microsoft.com/office/drawing/2014/main" id="{EE366A09-1BCD-7C04-9310-2D78F07A99C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00688" y="457200"/>
            <a:ext cx="6217920" cy="5475298"/>
          </a:xfrm>
        </p:spPr>
        <p:txBody>
          <a:bodyPr>
            <a:normAutofit/>
          </a:bodyPr>
          <a:lstStyle/>
          <a:p>
            <a:pPr marL="0" indent="0">
              <a:spcBef>
                <a:spcPts val="2500"/>
              </a:spcBef>
              <a:buFont typeface="Arial" panose="020B0604020202020204" pitchFamily="34" charset="0"/>
              <a:buNone/>
            </a:pPr>
            <a:r>
              <a:rPr lang="en-US" b="1"/>
              <a:t>Artificial Intelligence Overview</a:t>
            </a:r>
          </a:p>
          <a:p>
            <a:pPr marL="0" lvl="1" indent="0">
              <a:buFont typeface="Arial" panose="020B0604020202020204" pitchFamily="34" charset="0"/>
              <a:buNone/>
            </a:pPr>
            <a:r>
              <a:rPr lang="en-US"/>
              <a:t>AI is the broadest field enabling machines to perform human-like tasks including reasoning and perception.</a:t>
            </a:r>
          </a:p>
          <a:p>
            <a:pPr marL="0" indent="0">
              <a:spcBef>
                <a:spcPts val="2500"/>
              </a:spcBef>
              <a:buFont typeface="Arial" panose="020B0604020202020204" pitchFamily="34" charset="0"/>
              <a:buNone/>
            </a:pPr>
            <a:r>
              <a:rPr lang="en-US" b="1"/>
              <a:t>Machine Learning Explained</a:t>
            </a:r>
          </a:p>
          <a:p>
            <a:pPr marL="0" lvl="1" indent="0">
              <a:buFont typeface="Arial" panose="020B0604020202020204" pitchFamily="34" charset="0"/>
              <a:buNone/>
            </a:pPr>
            <a:r>
              <a:rPr lang="en-US"/>
              <a:t>Machine Learning uses statistical methods to improve systems through data experience and pattern recognition.</a:t>
            </a:r>
          </a:p>
          <a:p>
            <a:pPr marL="0" indent="0">
              <a:spcBef>
                <a:spcPts val="2500"/>
              </a:spcBef>
              <a:buFont typeface="Arial" panose="020B0604020202020204" pitchFamily="34" charset="0"/>
              <a:buNone/>
            </a:pPr>
            <a:r>
              <a:rPr lang="en-US" b="1"/>
              <a:t>Deep Learning Specialization</a:t>
            </a:r>
          </a:p>
          <a:p>
            <a:pPr marL="0" lvl="1" indent="0">
              <a:buFont typeface="Arial" panose="020B0604020202020204" pitchFamily="34" charset="0"/>
              <a:buNone/>
            </a:pPr>
            <a:r>
              <a:rPr lang="en-US"/>
              <a:t>Deep Learning uses multi-layered neural networks to handle complex unstructured data like images and language.</a:t>
            </a:r>
          </a:p>
          <a:p>
            <a:pPr marL="0" indent="0">
              <a:spcBef>
                <a:spcPts val="2500"/>
              </a:spcBef>
              <a:buFont typeface="Arial" panose="020B0604020202020204" pitchFamily="34" charset="0"/>
              <a:buNone/>
            </a:pPr>
            <a:r>
              <a:rPr lang="en-US" b="1"/>
              <a:t>Hierarchy Importance</a:t>
            </a:r>
          </a:p>
          <a:p>
            <a:pPr marL="0" lvl="1" indent="0">
              <a:buFont typeface="Arial" panose="020B0604020202020204" pitchFamily="34" charset="0"/>
              <a:buNone/>
            </a:pPr>
            <a:r>
              <a:rPr lang="en-US"/>
              <a:t>Understanding that AI, ML, and Deep Learning form a hierarchy clarifies capabilities and appropriate application areas.</a:t>
            </a:r>
          </a:p>
        </p:txBody>
      </p:sp>
      <p:sp>
        <p:nvSpPr>
          <p:cNvPr id="5" name="Slide Number Placeholder 4">
            <a:extLst>
              <a:ext uri="{FF2B5EF4-FFF2-40B4-BE49-F238E27FC236}">
                <a16:creationId xmlns:a16="http://schemas.microsoft.com/office/drawing/2014/main" id="{BC8A9006-C3E6-105A-56FD-B4F9C095A40B}"/>
              </a:ext>
            </a:extLst>
          </p:cNvPr>
          <p:cNvSpPr>
            <a:spLocks noGrp="1"/>
          </p:cNvSpPr>
          <p:nvPr>
            <p:ph type="sldNum" sz="quarter" idx="12"/>
          </p:nvPr>
        </p:nvSpPr>
        <p:spPr>
          <a:xfrm>
            <a:off x="411480" y="6126480"/>
            <a:ext cx="365760" cy="365125"/>
          </a:xfrm>
        </p:spPr>
        <p:txBody>
          <a:bodyPr anchor="ctr">
            <a:normAutofit/>
          </a:bodyPr>
          <a:lstStyle/>
          <a:p>
            <a:pPr>
              <a:spcAft>
                <a:spcPts val="600"/>
              </a:spcAft>
            </a:pPr>
            <a:fld id="{AEAA3239-9EA4-4A65-A281-97F994456D9F}" type="slidenum">
              <a:rPr lang="en-US" smtClean="0"/>
              <a:pPr>
                <a:spcAft>
                  <a:spcPts val="600"/>
                </a:spcAft>
              </a:pPr>
              <a:t>5</a:t>
            </a:fld>
            <a:endParaRPr lang="en-US"/>
          </a:p>
        </p:txBody>
      </p:sp>
      <p:sp>
        <p:nvSpPr>
          <p:cNvPr id="6" name="Footer Placeholder 5">
            <a:extLst>
              <a:ext uri="{FF2B5EF4-FFF2-40B4-BE49-F238E27FC236}">
                <a16:creationId xmlns:a16="http://schemas.microsoft.com/office/drawing/2014/main" id="{E41721DC-B3FF-C855-8A57-5E50F04764C3}"/>
              </a:ext>
            </a:extLst>
          </p:cNvPr>
          <p:cNvSpPr>
            <a:spLocks noGrp="1"/>
          </p:cNvSpPr>
          <p:nvPr>
            <p:ph type="ftr" sz="quarter" idx="11"/>
          </p:nvPr>
        </p:nvSpPr>
        <p:spPr>
          <a:xfrm>
            <a:off x="809077" y="6126480"/>
            <a:ext cx="3698529" cy="365125"/>
          </a:xfrm>
        </p:spPr>
        <p:txBody>
          <a:bodyPr anchor="ctr">
            <a:normAutofit/>
          </a:bodyPr>
          <a:lstStyle/>
          <a:p>
            <a:pPr>
              <a:spcAft>
                <a:spcPts val="600"/>
              </a:spcAft>
            </a:pPr>
            <a:r>
              <a:rPr lang="en-US"/>
              <a:t>iNTRO. Ai AND ml</a:t>
            </a:r>
          </a:p>
        </p:txBody>
      </p:sp>
      <p:sp>
        <p:nvSpPr>
          <p:cNvPr id="7" name="Date Placeholder 6">
            <a:extLst>
              <a:ext uri="{FF2B5EF4-FFF2-40B4-BE49-F238E27FC236}">
                <a16:creationId xmlns:a16="http://schemas.microsoft.com/office/drawing/2014/main" id="{E5A8146C-1B4E-309E-2A23-0AA7A9C1EC58}"/>
              </a:ext>
            </a:extLst>
          </p:cNvPr>
          <p:cNvSpPr>
            <a:spLocks noGrp="1"/>
          </p:cNvSpPr>
          <p:nvPr>
            <p:ph type="dt" sz="half" idx="10"/>
          </p:nvPr>
        </p:nvSpPr>
        <p:spPr>
          <a:xfrm>
            <a:off x="9684913" y="6126480"/>
            <a:ext cx="2073147" cy="365125"/>
          </a:xfrm>
        </p:spPr>
        <p:txBody>
          <a:bodyPr anchor="ctr">
            <a:normAutofit/>
          </a:bodyPr>
          <a:lstStyle/>
          <a:p>
            <a:pPr>
              <a:spcAft>
                <a:spcPts val="600"/>
              </a:spcAft>
            </a:pPr>
            <a:fld id="{42CCCE39-E894-AE4B-8297-21AAF0EFFD0A}" type="datetime1">
              <a:rPr lang="en-US" smtClean="0"/>
              <a:pPr>
                <a:spcAft>
                  <a:spcPts val="600"/>
                </a:spcAft>
              </a:pPr>
              <a:t>5/19/2026</a:t>
            </a:fld>
            <a:endParaRPr lang="en-US"/>
          </a:p>
        </p:txBody>
      </p:sp>
    </p:spTree>
    <p:extLst>
      <p:ext uri="{BB962C8B-B14F-4D97-AF65-F5344CB8AC3E}">
        <p14:creationId xmlns:p14="http://schemas.microsoft.com/office/powerpoint/2010/main" val="22093276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48914-042B-8CF3-3858-6889D6A55286}"/>
              </a:ext>
            </a:extLst>
          </p:cNvPr>
          <p:cNvSpPr>
            <a:spLocks noGrp="1"/>
          </p:cNvSpPr>
          <p:nvPr>
            <p:ph type="title"/>
          </p:nvPr>
        </p:nvSpPr>
        <p:spPr>
          <a:xfrm>
            <a:off x="457200" y="457200"/>
            <a:ext cx="4564763" cy="1269482"/>
          </a:xfrm>
        </p:spPr>
        <p:txBody>
          <a:bodyPr anchor="t">
            <a:normAutofit/>
          </a:bodyPr>
          <a:lstStyle/>
          <a:p>
            <a:r>
              <a:rPr lang="en-US" sz="2400"/>
              <a:t>Traditional Programming Versus Machine Learning Paradigms</a:t>
            </a:r>
          </a:p>
        </p:txBody>
      </p:sp>
      <p:pic>
        <p:nvPicPr>
          <p:cNvPr id="8" name="Content Placeholder 7" descr="Continent - Geographic Area, 4K Resolution, Abstract, Animation - Moving Image, Binary Code">
            <a:extLst>
              <a:ext uri="{FF2B5EF4-FFF2-40B4-BE49-F238E27FC236}">
                <a16:creationId xmlns:a16="http://schemas.microsoft.com/office/drawing/2014/main" id="{A14318CC-F334-4ADB-8DE4-AB0B98CCF483}"/>
              </a:ext>
            </a:extLst>
          </p:cNvPr>
          <p:cNvPicPr>
            <a:picLocks noGrp="1" noChangeAspect="1"/>
          </p:cNvPicPr>
          <p:nvPr>
            <p:ph type="pic" sz="quarter" idx="13"/>
          </p:nvPr>
        </p:nvPicPr>
        <p:blipFill>
          <a:blip r:embed="rId3"/>
          <a:srcRect l="7924" r="27295" b="-2"/>
          <a:stretch>
            <a:fillRect/>
          </a:stretch>
        </p:blipFill>
        <p:spPr>
          <a:xfrm>
            <a:off x="457200" y="1968816"/>
            <a:ext cx="4564763" cy="3963682"/>
          </a:xfrm>
        </p:spPr>
      </p:pic>
      <p:sp>
        <p:nvSpPr>
          <p:cNvPr id="4" name="Content Placeholder 3">
            <a:extLst>
              <a:ext uri="{FF2B5EF4-FFF2-40B4-BE49-F238E27FC236}">
                <a16:creationId xmlns:a16="http://schemas.microsoft.com/office/drawing/2014/main" id="{745C6E48-3649-006D-74A7-EE00A228C68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00688" y="457200"/>
            <a:ext cx="6217920" cy="5475298"/>
          </a:xfrm>
        </p:spPr>
        <p:txBody>
          <a:bodyPr>
            <a:normAutofit/>
          </a:bodyPr>
          <a:lstStyle/>
          <a:p>
            <a:pPr marL="0" indent="0">
              <a:spcBef>
                <a:spcPts val="2500"/>
              </a:spcBef>
              <a:buFont typeface="Arial" panose="020B0604020202020204" pitchFamily="34" charset="0"/>
              <a:buNone/>
            </a:pPr>
            <a:r>
              <a:rPr lang="en-US" b="1"/>
              <a:t>Traditional Programming Logic</a:t>
            </a:r>
          </a:p>
          <a:p>
            <a:pPr marL="0" lvl="1" indent="0">
              <a:buFont typeface="Arial" panose="020B0604020202020204" pitchFamily="34" charset="0"/>
              <a:buNone/>
            </a:pPr>
            <a:r>
              <a:rPr lang="en-US"/>
              <a:t>Developers explicitly define rules that computers follow deterministically for predictable outputs in defined problems.</a:t>
            </a:r>
          </a:p>
          <a:p>
            <a:pPr marL="0" indent="0">
              <a:spcBef>
                <a:spcPts val="2500"/>
              </a:spcBef>
              <a:buFont typeface="Arial" panose="020B0604020202020204" pitchFamily="34" charset="0"/>
              <a:buNone/>
            </a:pPr>
            <a:r>
              <a:rPr lang="en-US" b="1"/>
              <a:t>Machine Learning Approach</a:t>
            </a:r>
          </a:p>
          <a:p>
            <a:pPr marL="0" lvl="1" indent="0">
              <a:buFont typeface="Arial" panose="020B0604020202020204" pitchFamily="34" charset="0"/>
              <a:buNone/>
            </a:pPr>
            <a:r>
              <a:rPr lang="en-US"/>
              <a:t>Machine Learning uses large datasets and algorithms to infer logic, adapting to new and complex data automatically.</a:t>
            </a:r>
          </a:p>
          <a:p>
            <a:pPr marL="0" indent="0">
              <a:spcBef>
                <a:spcPts val="2500"/>
              </a:spcBef>
              <a:buFont typeface="Arial" panose="020B0604020202020204" pitchFamily="34" charset="0"/>
              <a:buNone/>
            </a:pPr>
            <a:r>
              <a:rPr lang="en-US" b="1"/>
              <a:t>Strengths and Challenges</a:t>
            </a:r>
          </a:p>
          <a:p>
            <a:pPr marL="0" lvl="1" indent="0">
              <a:buFont typeface="Arial" panose="020B0604020202020204" pitchFamily="34" charset="0"/>
              <a:buNone/>
            </a:pPr>
            <a:r>
              <a:rPr lang="en-US"/>
              <a:t>Machine Learning excels in perception and prediction but faces challenges in interpretability and data quality reliance.</a:t>
            </a:r>
          </a:p>
          <a:p>
            <a:pPr marL="0" indent="0">
              <a:spcBef>
                <a:spcPts val="2500"/>
              </a:spcBef>
              <a:buFont typeface="Arial" panose="020B0604020202020204" pitchFamily="34" charset="0"/>
              <a:buNone/>
            </a:pPr>
            <a:r>
              <a:rPr lang="en-US" b="1"/>
              <a:t>Hybrid Software Systems</a:t>
            </a:r>
          </a:p>
          <a:p>
            <a:pPr marL="0" lvl="1" indent="0">
              <a:buFont typeface="Arial" panose="020B0604020202020204" pitchFamily="34" charset="0"/>
              <a:buNone/>
            </a:pPr>
            <a:r>
              <a:rPr lang="en-US"/>
              <a:t>Modern systems combine traditional programming for control with Machine Learning for adaptability and prediction.</a:t>
            </a:r>
          </a:p>
        </p:txBody>
      </p:sp>
      <p:sp>
        <p:nvSpPr>
          <p:cNvPr id="5" name="Slide Number Placeholder 4">
            <a:extLst>
              <a:ext uri="{FF2B5EF4-FFF2-40B4-BE49-F238E27FC236}">
                <a16:creationId xmlns:a16="http://schemas.microsoft.com/office/drawing/2014/main" id="{9B487BC5-C433-4852-0577-EA56690B3CE0}"/>
              </a:ext>
            </a:extLst>
          </p:cNvPr>
          <p:cNvSpPr>
            <a:spLocks noGrp="1"/>
          </p:cNvSpPr>
          <p:nvPr>
            <p:ph type="sldNum" sz="quarter" idx="12"/>
          </p:nvPr>
        </p:nvSpPr>
        <p:spPr>
          <a:xfrm>
            <a:off x="411480" y="6126480"/>
            <a:ext cx="365760" cy="365125"/>
          </a:xfrm>
        </p:spPr>
        <p:txBody>
          <a:bodyPr anchor="ctr">
            <a:normAutofit/>
          </a:bodyPr>
          <a:lstStyle/>
          <a:p>
            <a:pPr>
              <a:spcAft>
                <a:spcPts val="600"/>
              </a:spcAft>
            </a:pPr>
            <a:fld id="{AEAA3239-9EA4-4A65-A281-97F994456D9F}" type="slidenum">
              <a:rPr lang="en-US" smtClean="0"/>
              <a:pPr>
                <a:spcAft>
                  <a:spcPts val="600"/>
                </a:spcAft>
              </a:pPr>
              <a:t>6</a:t>
            </a:fld>
            <a:endParaRPr lang="en-US"/>
          </a:p>
        </p:txBody>
      </p:sp>
      <p:sp>
        <p:nvSpPr>
          <p:cNvPr id="6" name="Footer Placeholder 5">
            <a:extLst>
              <a:ext uri="{FF2B5EF4-FFF2-40B4-BE49-F238E27FC236}">
                <a16:creationId xmlns:a16="http://schemas.microsoft.com/office/drawing/2014/main" id="{E33239C3-0CCB-DB81-3D07-0A250EAAC501}"/>
              </a:ext>
            </a:extLst>
          </p:cNvPr>
          <p:cNvSpPr>
            <a:spLocks noGrp="1"/>
          </p:cNvSpPr>
          <p:nvPr>
            <p:ph type="ftr" sz="quarter" idx="11"/>
          </p:nvPr>
        </p:nvSpPr>
        <p:spPr>
          <a:xfrm>
            <a:off x="809077" y="6126480"/>
            <a:ext cx="3698529" cy="365125"/>
          </a:xfrm>
        </p:spPr>
        <p:txBody>
          <a:bodyPr anchor="ctr">
            <a:normAutofit/>
          </a:bodyPr>
          <a:lstStyle/>
          <a:p>
            <a:pPr>
              <a:spcAft>
                <a:spcPts val="600"/>
              </a:spcAft>
            </a:pPr>
            <a:r>
              <a:rPr lang="en-US"/>
              <a:t>iNTRO. Ai AND ml</a:t>
            </a:r>
          </a:p>
        </p:txBody>
      </p:sp>
      <p:sp>
        <p:nvSpPr>
          <p:cNvPr id="7" name="Date Placeholder 6">
            <a:extLst>
              <a:ext uri="{FF2B5EF4-FFF2-40B4-BE49-F238E27FC236}">
                <a16:creationId xmlns:a16="http://schemas.microsoft.com/office/drawing/2014/main" id="{D5165D82-1251-0537-90F2-E9905DE27725}"/>
              </a:ext>
            </a:extLst>
          </p:cNvPr>
          <p:cNvSpPr>
            <a:spLocks noGrp="1"/>
          </p:cNvSpPr>
          <p:nvPr>
            <p:ph type="dt" sz="half" idx="10"/>
          </p:nvPr>
        </p:nvSpPr>
        <p:spPr>
          <a:xfrm>
            <a:off x="9684913" y="6126480"/>
            <a:ext cx="2073147" cy="365125"/>
          </a:xfrm>
        </p:spPr>
        <p:txBody>
          <a:bodyPr anchor="ctr">
            <a:normAutofit/>
          </a:bodyPr>
          <a:lstStyle/>
          <a:p>
            <a:pPr>
              <a:spcAft>
                <a:spcPts val="600"/>
              </a:spcAft>
            </a:pPr>
            <a:fld id="{42CCCE39-E894-AE4B-8297-21AAF0EFFD0A}" type="datetime1">
              <a:rPr lang="en-US" smtClean="0"/>
              <a:pPr>
                <a:spcAft>
                  <a:spcPts val="600"/>
                </a:spcAft>
              </a:pPr>
              <a:t>5/19/2026</a:t>
            </a:fld>
            <a:endParaRPr lang="en-US"/>
          </a:p>
        </p:txBody>
      </p:sp>
    </p:spTree>
    <p:extLst>
      <p:ext uri="{BB962C8B-B14F-4D97-AF65-F5344CB8AC3E}">
        <p14:creationId xmlns:p14="http://schemas.microsoft.com/office/powerpoint/2010/main" val="37800940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44CE2-2267-2F46-914B-52EFFB691F11}"/>
              </a:ext>
            </a:extLst>
          </p:cNvPr>
          <p:cNvSpPr>
            <a:spLocks noGrp="1"/>
          </p:cNvSpPr>
          <p:nvPr>
            <p:ph type="title"/>
          </p:nvPr>
        </p:nvSpPr>
        <p:spPr>
          <a:xfrm>
            <a:off x="457200" y="457200"/>
            <a:ext cx="4564763" cy="1269482"/>
          </a:xfrm>
        </p:spPr>
        <p:txBody>
          <a:bodyPr anchor="t">
            <a:normAutofit/>
          </a:bodyPr>
          <a:lstStyle/>
          <a:p>
            <a:r>
              <a:rPr lang="en-US" sz="2600"/>
              <a:t>Data as the Fundamental Fuel of Intelligent Systems</a:t>
            </a:r>
          </a:p>
        </p:txBody>
      </p:sp>
      <p:pic>
        <p:nvPicPr>
          <p:cNvPr id="8" name="Content Placeholder 7" descr="Internet of Things Concept">
            <a:extLst>
              <a:ext uri="{FF2B5EF4-FFF2-40B4-BE49-F238E27FC236}">
                <a16:creationId xmlns:a16="http://schemas.microsoft.com/office/drawing/2014/main" id="{8A4C2F13-EE02-42EA-B415-A0881BA18AD2}"/>
              </a:ext>
            </a:extLst>
          </p:cNvPr>
          <p:cNvPicPr>
            <a:picLocks noGrp="1" noChangeAspect="1"/>
          </p:cNvPicPr>
          <p:nvPr>
            <p:ph type="pic" sz="quarter" idx="13"/>
          </p:nvPr>
        </p:nvPicPr>
        <p:blipFill>
          <a:blip r:embed="rId3"/>
          <a:srcRect l="6898" r="16229" b="-2"/>
          <a:stretch>
            <a:fillRect/>
          </a:stretch>
        </p:blipFill>
        <p:spPr>
          <a:xfrm>
            <a:off x="457200" y="1968816"/>
            <a:ext cx="4564763" cy="3963682"/>
          </a:xfrm>
        </p:spPr>
      </p:pic>
      <p:sp>
        <p:nvSpPr>
          <p:cNvPr id="4" name="Content Placeholder 3">
            <a:extLst>
              <a:ext uri="{FF2B5EF4-FFF2-40B4-BE49-F238E27FC236}">
                <a16:creationId xmlns:a16="http://schemas.microsoft.com/office/drawing/2014/main" id="{EA644F0B-E0F6-B07A-5865-E9A0D8442D8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00688" y="457200"/>
            <a:ext cx="6217920" cy="5475298"/>
          </a:xfrm>
        </p:spPr>
        <p:txBody>
          <a:bodyPr>
            <a:normAutofit/>
          </a:bodyPr>
          <a:lstStyle/>
          <a:p>
            <a:pPr marL="0" indent="0">
              <a:spcBef>
                <a:spcPts val="2500"/>
              </a:spcBef>
              <a:buFont typeface="Arial" panose="020B0604020202020204" pitchFamily="34" charset="0"/>
              <a:buNone/>
            </a:pPr>
            <a:r>
              <a:rPr lang="en-US" b="1"/>
              <a:t>Data Quality Impact</a:t>
            </a:r>
          </a:p>
          <a:p>
            <a:pPr marL="0" lvl="1" indent="0">
              <a:buFont typeface="Arial" panose="020B0604020202020204" pitchFamily="34" charset="0"/>
              <a:buNone/>
            </a:pPr>
            <a:r>
              <a:rPr lang="en-US"/>
              <a:t>Algorithm performance depends heavily on the quantity, quality, and diversity of training data used.</a:t>
            </a:r>
          </a:p>
          <a:p>
            <a:pPr marL="0" indent="0">
              <a:spcBef>
                <a:spcPts val="2500"/>
              </a:spcBef>
              <a:buFont typeface="Arial" panose="020B0604020202020204" pitchFamily="34" charset="0"/>
              <a:buNone/>
            </a:pPr>
            <a:r>
              <a:rPr lang="en-US" b="1"/>
              <a:t>Data Preprocessing Challenges</a:t>
            </a:r>
          </a:p>
          <a:p>
            <a:pPr marL="0" lvl="1" indent="0">
              <a:buFont typeface="Arial" panose="020B0604020202020204" pitchFamily="34" charset="0"/>
              <a:buNone/>
            </a:pPr>
            <a:r>
              <a:rPr lang="en-US"/>
              <a:t>Preprocessing and cleaning real-world data is vital due to noise, missing values, and inconsistencies.</a:t>
            </a:r>
          </a:p>
          <a:p>
            <a:pPr marL="0" indent="0">
              <a:spcBef>
                <a:spcPts val="2500"/>
              </a:spcBef>
              <a:buFont typeface="Arial" panose="020B0604020202020204" pitchFamily="34" charset="0"/>
              <a:buNone/>
            </a:pPr>
            <a:r>
              <a:rPr lang="en-US" b="1"/>
              <a:t>Bias and Ethical Concerns</a:t>
            </a:r>
          </a:p>
          <a:p>
            <a:pPr marL="0" lvl="1" indent="0">
              <a:buFont typeface="Arial" panose="020B0604020202020204" pitchFamily="34" charset="0"/>
              <a:buNone/>
            </a:pPr>
            <a:r>
              <a:rPr lang="en-US"/>
              <a:t>Datasets may contain social and historical biases that can lead to unfair AI outcomes.</a:t>
            </a:r>
          </a:p>
          <a:p>
            <a:pPr marL="0" indent="0">
              <a:spcBef>
                <a:spcPts val="2500"/>
              </a:spcBef>
              <a:buFont typeface="Arial" panose="020B0604020202020204" pitchFamily="34" charset="0"/>
              <a:buNone/>
            </a:pPr>
            <a:r>
              <a:rPr lang="en-US" b="1"/>
              <a:t>Data Governance Importance</a:t>
            </a:r>
          </a:p>
          <a:p>
            <a:pPr marL="0" lvl="1" indent="0">
              <a:buFont typeface="Arial" panose="020B0604020202020204" pitchFamily="34" charset="0"/>
              <a:buNone/>
            </a:pPr>
            <a:r>
              <a:rPr lang="en-US"/>
              <a:t>Robust data pipelines, governance, and ethical oversight ensure responsible and reliable AI systems.</a:t>
            </a:r>
          </a:p>
        </p:txBody>
      </p:sp>
      <p:sp>
        <p:nvSpPr>
          <p:cNvPr id="5" name="Slide Number Placeholder 4">
            <a:extLst>
              <a:ext uri="{FF2B5EF4-FFF2-40B4-BE49-F238E27FC236}">
                <a16:creationId xmlns:a16="http://schemas.microsoft.com/office/drawing/2014/main" id="{F7856D9F-EDB8-96E3-873B-8D419059D4FB}"/>
              </a:ext>
            </a:extLst>
          </p:cNvPr>
          <p:cNvSpPr>
            <a:spLocks noGrp="1"/>
          </p:cNvSpPr>
          <p:nvPr>
            <p:ph type="sldNum" sz="quarter" idx="12"/>
          </p:nvPr>
        </p:nvSpPr>
        <p:spPr>
          <a:xfrm>
            <a:off x="411480" y="6126480"/>
            <a:ext cx="365760" cy="365125"/>
          </a:xfrm>
        </p:spPr>
        <p:txBody>
          <a:bodyPr anchor="ctr">
            <a:normAutofit/>
          </a:bodyPr>
          <a:lstStyle/>
          <a:p>
            <a:pPr>
              <a:spcAft>
                <a:spcPts val="600"/>
              </a:spcAft>
            </a:pPr>
            <a:fld id="{AEAA3239-9EA4-4A65-A281-97F994456D9F}" type="slidenum">
              <a:rPr lang="en-US" smtClean="0"/>
              <a:pPr>
                <a:spcAft>
                  <a:spcPts val="600"/>
                </a:spcAft>
              </a:pPr>
              <a:t>7</a:t>
            </a:fld>
            <a:endParaRPr lang="en-US"/>
          </a:p>
        </p:txBody>
      </p:sp>
      <p:sp>
        <p:nvSpPr>
          <p:cNvPr id="6" name="Footer Placeholder 5">
            <a:extLst>
              <a:ext uri="{FF2B5EF4-FFF2-40B4-BE49-F238E27FC236}">
                <a16:creationId xmlns:a16="http://schemas.microsoft.com/office/drawing/2014/main" id="{120AF0E3-4034-BA67-C76B-A229BA57239D}"/>
              </a:ext>
            </a:extLst>
          </p:cNvPr>
          <p:cNvSpPr>
            <a:spLocks noGrp="1"/>
          </p:cNvSpPr>
          <p:nvPr>
            <p:ph type="ftr" sz="quarter" idx="11"/>
          </p:nvPr>
        </p:nvSpPr>
        <p:spPr>
          <a:xfrm>
            <a:off x="809077" y="6126480"/>
            <a:ext cx="3698529" cy="365125"/>
          </a:xfrm>
        </p:spPr>
        <p:txBody>
          <a:bodyPr anchor="ctr">
            <a:normAutofit/>
          </a:bodyPr>
          <a:lstStyle/>
          <a:p>
            <a:pPr>
              <a:spcAft>
                <a:spcPts val="600"/>
              </a:spcAft>
            </a:pPr>
            <a:r>
              <a:rPr lang="en-US">
                <a:ea typeface="Source Sans Pro Light"/>
                <a:cs typeface="Cordia New"/>
              </a:rPr>
              <a:t>iNTRO. Ai AND ml</a:t>
            </a:r>
            <a:endParaRPr lang="en-US"/>
          </a:p>
        </p:txBody>
      </p:sp>
      <p:sp>
        <p:nvSpPr>
          <p:cNvPr id="7" name="Date Placeholder 6">
            <a:extLst>
              <a:ext uri="{FF2B5EF4-FFF2-40B4-BE49-F238E27FC236}">
                <a16:creationId xmlns:a16="http://schemas.microsoft.com/office/drawing/2014/main" id="{3BE397BF-A9AB-A19A-AD92-EB506360CE24}"/>
              </a:ext>
            </a:extLst>
          </p:cNvPr>
          <p:cNvSpPr>
            <a:spLocks noGrp="1"/>
          </p:cNvSpPr>
          <p:nvPr>
            <p:ph type="dt" sz="half" idx="10"/>
          </p:nvPr>
        </p:nvSpPr>
        <p:spPr>
          <a:xfrm>
            <a:off x="9684913" y="6126480"/>
            <a:ext cx="2073147" cy="365125"/>
          </a:xfrm>
        </p:spPr>
        <p:txBody>
          <a:bodyPr anchor="ctr">
            <a:normAutofit/>
          </a:bodyPr>
          <a:lstStyle/>
          <a:p>
            <a:pPr>
              <a:spcAft>
                <a:spcPts val="600"/>
              </a:spcAft>
            </a:pPr>
            <a:fld id="{42CCCE39-E894-AE4B-8297-21AAF0EFFD0A}" type="datetime1">
              <a:rPr lang="en-US" smtClean="0"/>
              <a:pPr>
                <a:spcAft>
                  <a:spcPts val="600"/>
                </a:spcAft>
              </a:pPr>
              <a:t>5/19/2026</a:t>
            </a:fld>
            <a:endParaRPr lang="en-US"/>
          </a:p>
        </p:txBody>
      </p:sp>
    </p:spTree>
    <p:extLst>
      <p:ext uri="{BB962C8B-B14F-4D97-AF65-F5344CB8AC3E}">
        <p14:creationId xmlns:p14="http://schemas.microsoft.com/office/powerpoint/2010/main" val="36001473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565C1-629A-394F-7EF9-6FA8C4ED8E51}"/>
              </a:ext>
            </a:extLst>
          </p:cNvPr>
          <p:cNvSpPr>
            <a:spLocks noGrp="1"/>
          </p:cNvSpPr>
          <p:nvPr>
            <p:ph type="title"/>
          </p:nvPr>
        </p:nvSpPr>
        <p:spPr>
          <a:xfrm>
            <a:off x="457200" y="457200"/>
            <a:ext cx="4564763" cy="1269482"/>
          </a:xfrm>
        </p:spPr>
        <p:txBody>
          <a:bodyPr anchor="t">
            <a:normAutofit/>
          </a:bodyPr>
          <a:lstStyle/>
          <a:p>
            <a:r>
              <a:rPr lang="en-US" sz="2600"/>
              <a:t>Supervised Learning and the Role of Labeled Examples</a:t>
            </a:r>
          </a:p>
        </p:txBody>
      </p:sp>
      <p:pic>
        <p:nvPicPr>
          <p:cNvPr id="8" name="Content Placeholder 7" descr="abstract programm binary code  and colored array cube Database">
            <a:extLst>
              <a:ext uri="{FF2B5EF4-FFF2-40B4-BE49-F238E27FC236}">
                <a16:creationId xmlns:a16="http://schemas.microsoft.com/office/drawing/2014/main" id="{4EDC3DEF-22D7-4CBB-85D7-B38474DA476C}"/>
              </a:ext>
            </a:extLst>
          </p:cNvPr>
          <p:cNvPicPr>
            <a:picLocks noGrp="1" noChangeAspect="1"/>
          </p:cNvPicPr>
          <p:nvPr>
            <p:ph type="pic" sz="quarter" idx="13"/>
          </p:nvPr>
        </p:nvPicPr>
        <p:blipFill>
          <a:blip r:embed="rId3"/>
          <a:srcRect l="29749" r="2" b="2"/>
          <a:stretch>
            <a:fillRect/>
          </a:stretch>
        </p:blipFill>
        <p:spPr>
          <a:xfrm>
            <a:off x="457200" y="1968816"/>
            <a:ext cx="4564763" cy="3963682"/>
          </a:xfrm>
        </p:spPr>
      </p:pic>
      <p:sp>
        <p:nvSpPr>
          <p:cNvPr id="4" name="Content Placeholder 3">
            <a:extLst>
              <a:ext uri="{FF2B5EF4-FFF2-40B4-BE49-F238E27FC236}">
                <a16:creationId xmlns:a16="http://schemas.microsoft.com/office/drawing/2014/main" id="{432A39CA-D610-C701-6480-786D61449E8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00688" y="457200"/>
            <a:ext cx="6217920" cy="5475298"/>
          </a:xfrm>
        </p:spPr>
        <p:txBody>
          <a:bodyPr>
            <a:normAutofit/>
          </a:bodyPr>
          <a:lstStyle/>
          <a:p>
            <a:pPr marL="0" indent="0">
              <a:spcBef>
                <a:spcPts val="2500"/>
              </a:spcBef>
              <a:buFont typeface="Arial" panose="020B0604020202020204" pitchFamily="34" charset="0"/>
              <a:buNone/>
            </a:pPr>
            <a:r>
              <a:rPr lang="en-US" b="1"/>
              <a:t>Definition of Supervised Learning</a:t>
            </a:r>
          </a:p>
          <a:p>
            <a:pPr marL="0" lvl="1" indent="0">
              <a:buFont typeface="Arial" panose="020B0604020202020204" pitchFamily="34" charset="0"/>
              <a:buNone/>
            </a:pPr>
            <a:r>
              <a:rPr lang="en-US"/>
              <a:t>Supervised learning uses labeled data where each input is paired with a known output for training models.</a:t>
            </a:r>
          </a:p>
          <a:p>
            <a:pPr marL="0" indent="0">
              <a:spcBef>
                <a:spcPts val="2500"/>
              </a:spcBef>
              <a:buFont typeface="Arial" panose="020B0604020202020204" pitchFamily="34" charset="0"/>
              <a:buNone/>
            </a:pPr>
            <a:r>
              <a:rPr lang="en-US" b="1"/>
              <a:t>Applications of Supervised Learning</a:t>
            </a:r>
          </a:p>
          <a:p>
            <a:pPr marL="0" lvl="1" indent="0">
              <a:buFont typeface="Arial" panose="020B0604020202020204" pitchFamily="34" charset="0"/>
              <a:buNone/>
            </a:pPr>
            <a:r>
              <a:rPr lang="en-US"/>
              <a:t>Common uses include predicting prices, spam detection, and medical image diagnosis with measurable accuracy.</a:t>
            </a:r>
          </a:p>
          <a:p>
            <a:pPr marL="0" indent="0">
              <a:spcBef>
                <a:spcPts val="2500"/>
              </a:spcBef>
              <a:buFont typeface="Arial" panose="020B0604020202020204" pitchFamily="34" charset="0"/>
              <a:buNone/>
            </a:pPr>
            <a:r>
              <a:rPr lang="en-US" b="1"/>
              <a:t>Challenges in Supervised Learning</a:t>
            </a:r>
          </a:p>
          <a:p>
            <a:pPr marL="0" lvl="1" indent="0">
              <a:buFont typeface="Arial" panose="020B0604020202020204" pitchFamily="34" charset="0"/>
              <a:buNone/>
            </a:pPr>
            <a:r>
              <a:rPr lang="en-US"/>
              <a:t>Creating labeled datasets is costly and models may struggle with new, unseen data beyond training scope.</a:t>
            </a:r>
          </a:p>
          <a:p>
            <a:pPr marL="0" indent="0">
              <a:spcBef>
                <a:spcPts val="2500"/>
              </a:spcBef>
              <a:buFont typeface="Arial" panose="020B0604020202020204" pitchFamily="34" charset="0"/>
              <a:buNone/>
            </a:pPr>
            <a:r>
              <a:rPr lang="en-US" b="1"/>
              <a:t>Importance in AI Systems</a:t>
            </a:r>
          </a:p>
          <a:p>
            <a:pPr marL="0" lvl="1" indent="0">
              <a:buFont typeface="Arial" panose="020B0604020202020204" pitchFamily="34" charset="0"/>
              <a:buNone/>
            </a:pPr>
            <a:r>
              <a:rPr lang="en-US"/>
              <a:t>Despite challenges, supervised learning is central to AI systems for its effectiveness and clear evaluation metrics.</a:t>
            </a:r>
          </a:p>
        </p:txBody>
      </p:sp>
      <p:sp>
        <p:nvSpPr>
          <p:cNvPr id="5" name="Slide Number Placeholder 4">
            <a:extLst>
              <a:ext uri="{FF2B5EF4-FFF2-40B4-BE49-F238E27FC236}">
                <a16:creationId xmlns:a16="http://schemas.microsoft.com/office/drawing/2014/main" id="{4ADB722C-AF2C-BCE9-BD8B-7A3AF0C75695}"/>
              </a:ext>
            </a:extLst>
          </p:cNvPr>
          <p:cNvSpPr>
            <a:spLocks noGrp="1"/>
          </p:cNvSpPr>
          <p:nvPr>
            <p:ph type="sldNum" sz="quarter" idx="12"/>
          </p:nvPr>
        </p:nvSpPr>
        <p:spPr>
          <a:xfrm>
            <a:off x="411480" y="6126480"/>
            <a:ext cx="365760" cy="365125"/>
          </a:xfrm>
        </p:spPr>
        <p:txBody>
          <a:bodyPr anchor="ctr">
            <a:normAutofit/>
          </a:bodyPr>
          <a:lstStyle/>
          <a:p>
            <a:pPr>
              <a:spcAft>
                <a:spcPts val="600"/>
              </a:spcAft>
            </a:pPr>
            <a:fld id="{AEAA3239-9EA4-4A65-A281-97F994456D9F}" type="slidenum">
              <a:rPr lang="en-US" smtClean="0"/>
              <a:pPr>
                <a:spcAft>
                  <a:spcPts val="600"/>
                </a:spcAft>
              </a:pPr>
              <a:t>8</a:t>
            </a:fld>
            <a:endParaRPr lang="en-US"/>
          </a:p>
        </p:txBody>
      </p:sp>
      <p:sp>
        <p:nvSpPr>
          <p:cNvPr id="6" name="Footer Placeholder 5">
            <a:extLst>
              <a:ext uri="{FF2B5EF4-FFF2-40B4-BE49-F238E27FC236}">
                <a16:creationId xmlns:a16="http://schemas.microsoft.com/office/drawing/2014/main" id="{39E9DCBE-863F-BF93-8105-4A9EE8CA98A0}"/>
              </a:ext>
            </a:extLst>
          </p:cNvPr>
          <p:cNvSpPr>
            <a:spLocks noGrp="1"/>
          </p:cNvSpPr>
          <p:nvPr>
            <p:ph type="ftr" sz="quarter" idx="11"/>
          </p:nvPr>
        </p:nvSpPr>
        <p:spPr>
          <a:xfrm>
            <a:off x="809077" y="6126480"/>
            <a:ext cx="3698529" cy="365125"/>
          </a:xfrm>
        </p:spPr>
        <p:txBody>
          <a:bodyPr anchor="ctr">
            <a:normAutofit/>
          </a:bodyPr>
          <a:lstStyle/>
          <a:p>
            <a:pPr>
              <a:spcAft>
                <a:spcPts val="600"/>
              </a:spcAft>
            </a:pPr>
            <a:r>
              <a:rPr lang="en-US"/>
              <a:t>iNTRO. Ai AND ml</a:t>
            </a:r>
          </a:p>
        </p:txBody>
      </p:sp>
      <p:sp>
        <p:nvSpPr>
          <p:cNvPr id="7" name="Date Placeholder 6">
            <a:extLst>
              <a:ext uri="{FF2B5EF4-FFF2-40B4-BE49-F238E27FC236}">
                <a16:creationId xmlns:a16="http://schemas.microsoft.com/office/drawing/2014/main" id="{B4E0F5F9-9383-E209-7B9D-60897BDD4323}"/>
              </a:ext>
            </a:extLst>
          </p:cNvPr>
          <p:cNvSpPr>
            <a:spLocks noGrp="1"/>
          </p:cNvSpPr>
          <p:nvPr>
            <p:ph type="dt" sz="half" idx="10"/>
          </p:nvPr>
        </p:nvSpPr>
        <p:spPr>
          <a:xfrm>
            <a:off x="9684913" y="6126480"/>
            <a:ext cx="2073147" cy="365125"/>
          </a:xfrm>
        </p:spPr>
        <p:txBody>
          <a:bodyPr anchor="ctr">
            <a:normAutofit/>
          </a:bodyPr>
          <a:lstStyle/>
          <a:p>
            <a:pPr>
              <a:spcAft>
                <a:spcPts val="600"/>
              </a:spcAft>
            </a:pPr>
            <a:fld id="{42CCCE39-E894-AE4B-8297-21AAF0EFFD0A}" type="datetime1">
              <a:rPr lang="en-US" smtClean="0"/>
              <a:pPr>
                <a:spcAft>
                  <a:spcPts val="600"/>
                </a:spcAft>
              </a:pPr>
              <a:t>5/19/2026</a:t>
            </a:fld>
            <a:endParaRPr lang="en-US"/>
          </a:p>
        </p:txBody>
      </p:sp>
    </p:spTree>
    <p:extLst>
      <p:ext uri="{BB962C8B-B14F-4D97-AF65-F5344CB8AC3E}">
        <p14:creationId xmlns:p14="http://schemas.microsoft.com/office/powerpoint/2010/main" val="41429907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CE4C4-AAEF-3A92-ECA1-576B470780F3}"/>
              </a:ext>
            </a:extLst>
          </p:cNvPr>
          <p:cNvSpPr>
            <a:spLocks noGrp="1"/>
          </p:cNvSpPr>
          <p:nvPr>
            <p:ph type="title"/>
          </p:nvPr>
        </p:nvSpPr>
        <p:spPr>
          <a:xfrm>
            <a:off x="457200" y="457200"/>
            <a:ext cx="7315200" cy="914400"/>
          </a:xfrm>
        </p:spPr>
        <p:txBody>
          <a:bodyPr anchor="b">
            <a:normAutofit/>
          </a:bodyPr>
          <a:lstStyle/>
          <a:p>
            <a:r>
              <a:rPr lang="en-US" sz="2800"/>
              <a:t>Unsupervised Learning and Discovery of Hidden Structure</a:t>
            </a:r>
          </a:p>
        </p:txBody>
      </p:sp>
      <p:sp>
        <p:nvSpPr>
          <p:cNvPr id="4" name="Content Placeholder 3">
            <a:extLst>
              <a:ext uri="{FF2B5EF4-FFF2-40B4-BE49-F238E27FC236}">
                <a16:creationId xmlns:a16="http://schemas.microsoft.com/office/drawing/2014/main" id="{C400B007-7377-3690-A175-7AEE1E03DBF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7200" y="1554480"/>
            <a:ext cx="7315200" cy="4480560"/>
          </a:xfrm>
        </p:spPr>
        <p:txBody>
          <a:bodyPr>
            <a:normAutofit/>
          </a:bodyPr>
          <a:lstStyle/>
          <a:p>
            <a:pPr marL="0" indent="0">
              <a:spcBef>
                <a:spcPts val="2500"/>
              </a:spcBef>
              <a:buFont typeface="Arial" panose="020B0604020202020204" pitchFamily="34" charset="0"/>
              <a:buNone/>
            </a:pPr>
            <a:r>
              <a:rPr lang="en-US" b="1"/>
              <a:t>Unlabeled Data Challenges</a:t>
            </a:r>
          </a:p>
          <a:p>
            <a:pPr marL="0" lvl="1" indent="0">
              <a:buFont typeface="Arial" panose="020B0604020202020204" pitchFamily="34" charset="0"/>
              <a:buNone/>
            </a:pPr>
            <a:r>
              <a:rPr lang="en-US"/>
              <a:t>Unsupervised learning handles raw data without labels, identifying patterns without explicit guidance.</a:t>
            </a:r>
          </a:p>
          <a:p>
            <a:pPr marL="0" indent="0">
              <a:spcBef>
                <a:spcPts val="2500"/>
              </a:spcBef>
              <a:buFont typeface="Arial" panose="020B0604020202020204" pitchFamily="34" charset="0"/>
              <a:buNone/>
            </a:pPr>
            <a:r>
              <a:rPr lang="en-US" b="1"/>
              <a:t>Clustering Algorithms</a:t>
            </a:r>
          </a:p>
          <a:p>
            <a:pPr marL="0" lvl="1" indent="0">
              <a:buFont typeface="Arial" panose="020B0604020202020204" pitchFamily="34" charset="0"/>
              <a:buNone/>
            </a:pPr>
            <a:r>
              <a:rPr lang="en-US"/>
              <a:t>Clustering methods like k-means group data based on similarities such as customer behavior or demographics.</a:t>
            </a:r>
          </a:p>
          <a:p>
            <a:pPr marL="0" indent="0">
              <a:spcBef>
                <a:spcPts val="2500"/>
              </a:spcBef>
              <a:buFont typeface="Arial" panose="020B0604020202020204" pitchFamily="34" charset="0"/>
              <a:buNone/>
            </a:pPr>
            <a:r>
              <a:rPr lang="en-US" b="1"/>
              <a:t>Dimensionality Reduction</a:t>
            </a:r>
          </a:p>
          <a:p>
            <a:pPr marL="0" lvl="1" indent="0">
              <a:buFont typeface="Arial" panose="020B0604020202020204" pitchFamily="34" charset="0"/>
              <a:buNone/>
            </a:pPr>
            <a:r>
              <a:rPr lang="en-US"/>
              <a:t>Techniques like principal component analysis simplify complex data to reveal underlying structure.</a:t>
            </a:r>
          </a:p>
          <a:p>
            <a:pPr marL="0" indent="0">
              <a:spcBef>
                <a:spcPts val="2500"/>
              </a:spcBef>
              <a:buFont typeface="Arial" panose="020B0604020202020204" pitchFamily="34" charset="0"/>
              <a:buNone/>
            </a:pPr>
            <a:r>
              <a:rPr lang="en-US" b="1"/>
              <a:t>Insight Generation</a:t>
            </a:r>
          </a:p>
          <a:p>
            <a:pPr marL="0" lvl="1" indent="0">
              <a:buFont typeface="Arial" panose="020B0604020202020204" pitchFamily="34" charset="0"/>
              <a:buNone/>
            </a:pPr>
            <a:r>
              <a:rPr lang="en-US"/>
              <a:t>Unsupervised learning provides exploratory insights but requires human interpretation for meaningful conclusions.</a:t>
            </a:r>
          </a:p>
        </p:txBody>
      </p:sp>
      <p:sp>
        <p:nvSpPr>
          <p:cNvPr id="5" name="Slide Number Placeholder 4">
            <a:extLst>
              <a:ext uri="{FF2B5EF4-FFF2-40B4-BE49-F238E27FC236}">
                <a16:creationId xmlns:a16="http://schemas.microsoft.com/office/drawing/2014/main" id="{04F00061-ABD0-6442-0B4A-CBEF5607CE55}"/>
              </a:ext>
            </a:extLst>
          </p:cNvPr>
          <p:cNvSpPr>
            <a:spLocks noGrp="1"/>
          </p:cNvSpPr>
          <p:nvPr>
            <p:ph type="sldNum" sz="quarter" idx="17"/>
          </p:nvPr>
        </p:nvSpPr>
        <p:spPr>
          <a:xfrm>
            <a:off x="411480" y="6126480"/>
            <a:ext cx="365760" cy="365125"/>
          </a:xfrm>
        </p:spPr>
        <p:txBody>
          <a:bodyPr anchor="ctr">
            <a:normAutofit/>
          </a:bodyPr>
          <a:lstStyle/>
          <a:p>
            <a:pPr>
              <a:spcAft>
                <a:spcPts val="600"/>
              </a:spcAft>
            </a:pPr>
            <a:fld id="{AEAA3239-9EA4-4A65-A281-97F994456D9F}" type="slidenum">
              <a:rPr lang="en-US" smtClean="0"/>
              <a:pPr>
                <a:spcAft>
                  <a:spcPts val="600"/>
                </a:spcAft>
              </a:pPr>
              <a:t>9</a:t>
            </a:fld>
            <a:endParaRPr lang="en-US"/>
          </a:p>
        </p:txBody>
      </p:sp>
      <p:sp>
        <p:nvSpPr>
          <p:cNvPr id="6" name="Footer Placeholder 5">
            <a:extLst>
              <a:ext uri="{FF2B5EF4-FFF2-40B4-BE49-F238E27FC236}">
                <a16:creationId xmlns:a16="http://schemas.microsoft.com/office/drawing/2014/main" id="{9B60A70F-51F1-4C84-C4BE-3760E11D186A}"/>
              </a:ext>
            </a:extLst>
          </p:cNvPr>
          <p:cNvSpPr>
            <a:spLocks noGrp="1"/>
          </p:cNvSpPr>
          <p:nvPr>
            <p:ph type="ftr" sz="quarter" idx="16"/>
          </p:nvPr>
        </p:nvSpPr>
        <p:spPr>
          <a:xfrm>
            <a:off x="809077" y="6126480"/>
            <a:ext cx="3698529" cy="365125"/>
          </a:xfrm>
        </p:spPr>
        <p:txBody>
          <a:bodyPr anchor="ctr">
            <a:normAutofit/>
          </a:bodyPr>
          <a:lstStyle/>
          <a:p>
            <a:pPr>
              <a:spcAft>
                <a:spcPts val="600"/>
              </a:spcAft>
            </a:pPr>
            <a:r>
              <a:rPr lang="en-US"/>
              <a:t>iNTRO. Ai AND ml</a:t>
            </a:r>
          </a:p>
        </p:txBody>
      </p:sp>
      <p:sp>
        <p:nvSpPr>
          <p:cNvPr id="7" name="Date Placeholder 6">
            <a:extLst>
              <a:ext uri="{FF2B5EF4-FFF2-40B4-BE49-F238E27FC236}">
                <a16:creationId xmlns:a16="http://schemas.microsoft.com/office/drawing/2014/main" id="{18895A69-10EA-6D43-67F7-AFF46A09B38F}"/>
              </a:ext>
            </a:extLst>
          </p:cNvPr>
          <p:cNvSpPr>
            <a:spLocks noGrp="1"/>
          </p:cNvSpPr>
          <p:nvPr>
            <p:ph type="dt" sz="half" idx="15"/>
          </p:nvPr>
        </p:nvSpPr>
        <p:spPr>
          <a:xfrm>
            <a:off x="5782614" y="6126480"/>
            <a:ext cx="1989786" cy="365125"/>
          </a:xfrm>
        </p:spPr>
        <p:txBody>
          <a:bodyPr anchor="ctr">
            <a:normAutofit/>
          </a:bodyPr>
          <a:lstStyle/>
          <a:p>
            <a:pPr>
              <a:spcAft>
                <a:spcPts val="600"/>
              </a:spcAft>
            </a:pPr>
            <a:fld id="{42CCCE39-E894-AE4B-8297-21AAF0EFFD0A}" type="datetime1">
              <a:rPr lang="en-US" smtClean="0"/>
              <a:pPr>
                <a:spcAft>
                  <a:spcPts val="600"/>
                </a:spcAft>
              </a:pPr>
              <a:t>5/19/2026</a:t>
            </a:fld>
            <a:endParaRPr lang="en-US"/>
          </a:p>
        </p:txBody>
      </p:sp>
      <p:pic>
        <p:nvPicPr>
          <p:cNvPr id="8" name="Content Placeholder 7" descr="Abstract color image depicting a large group of sticks in water with red beads on the end, creating an abstract reflection image. Room for copy space.">
            <a:extLst>
              <a:ext uri="{FF2B5EF4-FFF2-40B4-BE49-F238E27FC236}">
                <a16:creationId xmlns:a16="http://schemas.microsoft.com/office/drawing/2014/main" id="{B9C6D2CD-56C1-40F1-96CB-153E93C84D10}"/>
              </a:ext>
            </a:extLst>
          </p:cNvPr>
          <p:cNvPicPr>
            <a:picLocks noGrp="1" noChangeAspect="1"/>
          </p:cNvPicPr>
          <p:nvPr>
            <p:ph type="pic" sz="quarter" idx="13"/>
          </p:nvPr>
        </p:nvPicPr>
        <p:blipFill>
          <a:blip r:embed="rId3"/>
          <a:srcRect l="27542" r="33352" b="-1"/>
          <a:stretch>
            <a:fillRect/>
          </a:stretch>
        </p:blipFill>
        <p:spPr>
          <a:xfrm>
            <a:off x="8174182" y="10"/>
            <a:ext cx="4017817" cy="6857990"/>
          </a:xfrm>
        </p:spPr>
      </p:pic>
    </p:spTree>
    <p:extLst>
      <p:ext uri="{BB962C8B-B14F-4D97-AF65-F5344CB8AC3E}">
        <p14:creationId xmlns:p14="http://schemas.microsoft.com/office/powerpoint/2010/main" val="1563633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D5296-6688-3A58-DF14-F9AA2F2A1D7D}"/>
              </a:ext>
            </a:extLst>
          </p:cNvPr>
          <p:cNvSpPr>
            <a:spLocks noGrp="1"/>
          </p:cNvSpPr>
          <p:nvPr>
            <p:ph type="title"/>
          </p:nvPr>
        </p:nvSpPr>
        <p:spPr>
          <a:xfrm>
            <a:off x="457200" y="457200"/>
            <a:ext cx="4564763" cy="1269482"/>
          </a:xfrm>
        </p:spPr>
        <p:txBody>
          <a:bodyPr anchor="t">
            <a:normAutofit/>
          </a:bodyPr>
          <a:lstStyle/>
          <a:p>
            <a:r>
              <a:rPr lang="en-US" sz="2400"/>
              <a:t>Reinforcement Learning and Reward-Based Optimization</a:t>
            </a:r>
          </a:p>
        </p:txBody>
      </p:sp>
      <p:pic>
        <p:nvPicPr>
          <p:cNvPr id="8" name="Content Placeholder 7" descr="Woman showing Earth and network hologram by using the user interface technology.">
            <a:extLst>
              <a:ext uri="{FF2B5EF4-FFF2-40B4-BE49-F238E27FC236}">
                <a16:creationId xmlns:a16="http://schemas.microsoft.com/office/drawing/2014/main" id="{C64E7D36-8836-4F67-80F9-3183BE54520B}"/>
              </a:ext>
            </a:extLst>
          </p:cNvPr>
          <p:cNvPicPr>
            <a:picLocks noGrp="1" noChangeAspect="1"/>
          </p:cNvPicPr>
          <p:nvPr>
            <p:ph type="pic" sz="quarter" idx="13"/>
          </p:nvPr>
        </p:nvPicPr>
        <p:blipFill>
          <a:blip r:embed="rId3"/>
          <a:srcRect l="27350" r="7869" b="-2"/>
          <a:stretch>
            <a:fillRect/>
          </a:stretch>
        </p:blipFill>
        <p:spPr>
          <a:xfrm>
            <a:off x="457200" y="1968816"/>
            <a:ext cx="4564763" cy="3963682"/>
          </a:xfrm>
        </p:spPr>
      </p:pic>
      <p:sp>
        <p:nvSpPr>
          <p:cNvPr id="4" name="Content Placeholder 3">
            <a:extLst>
              <a:ext uri="{FF2B5EF4-FFF2-40B4-BE49-F238E27FC236}">
                <a16:creationId xmlns:a16="http://schemas.microsoft.com/office/drawing/2014/main" id="{49874AC1-D2F7-1F53-6919-53BE5404E5C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00688" y="457200"/>
            <a:ext cx="6217920" cy="5475298"/>
          </a:xfrm>
        </p:spPr>
        <p:txBody>
          <a:bodyPr>
            <a:normAutofit/>
          </a:bodyPr>
          <a:lstStyle/>
          <a:p>
            <a:pPr marL="0" indent="0">
              <a:spcBef>
                <a:spcPts val="2500"/>
              </a:spcBef>
              <a:buFont typeface="Arial" panose="020B0604020202020204" pitchFamily="34" charset="0"/>
              <a:buNone/>
            </a:pPr>
            <a:r>
              <a:rPr lang="en-US" b="1"/>
              <a:t>Core Concept of Reinforcement Learning</a:t>
            </a:r>
          </a:p>
          <a:p>
            <a:pPr marL="0" lvl="1" indent="0">
              <a:buFont typeface="Arial" panose="020B0604020202020204" pitchFamily="34" charset="0"/>
              <a:buNone/>
            </a:pPr>
            <a:r>
              <a:rPr lang="en-US"/>
              <a:t>An agent learns to maximize cumulative reward through interaction and feedback in an environment.</a:t>
            </a:r>
          </a:p>
          <a:p>
            <a:pPr marL="0" indent="0">
              <a:spcBef>
                <a:spcPts val="2500"/>
              </a:spcBef>
              <a:buFont typeface="Arial" panose="020B0604020202020204" pitchFamily="34" charset="0"/>
              <a:buNone/>
            </a:pPr>
            <a:r>
              <a:rPr lang="en-US" b="1"/>
              <a:t>Learning Through Trial and Error</a:t>
            </a:r>
          </a:p>
          <a:p>
            <a:pPr marL="0" lvl="1" indent="0">
              <a:buFont typeface="Arial" panose="020B0604020202020204" pitchFamily="34" charset="0"/>
              <a:buNone/>
            </a:pPr>
            <a:r>
              <a:rPr lang="en-US"/>
              <a:t>Reinforcement learning relies on trial and error without labeled examples, requiring many iterations.</a:t>
            </a:r>
          </a:p>
          <a:p>
            <a:pPr marL="0" indent="0">
              <a:spcBef>
                <a:spcPts val="2500"/>
              </a:spcBef>
              <a:buFont typeface="Arial" panose="020B0604020202020204" pitchFamily="34" charset="0"/>
              <a:buNone/>
            </a:pPr>
            <a:r>
              <a:rPr lang="en-US" b="1"/>
              <a:t>Applications in Complex Domains</a:t>
            </a:r>
          </a:p>
          <a:p>
            <a:pPr marL="0" lvl="1" indent="0">
              <a:buFont typeface="Arial" panose="020B0604020202020204" pitchFamily="34" charset="0"/>
              <a:buNone/>
            </a:pPr>
            <a:r>
              <a:rPr lang="en-US"/>
              <a:t>Used successfully in game playing, robotics, and autonomous driving for strategic decision-making.</a:t>
            </a:r>
          </a:p>
          <a:p>
            <a:pPr marL="0" indent="0">
              <a:spcBef>
                <a:spcPts val="2500"/>
              </a:spcBef>
              <a:buFont typeface="Arial" panose="020B0604020202020204" pitchFamily="34" charset="0"/>
              <a:buNone/>
            </a:pPr>
            <a:r>
              <a:rPr lang="en-US" b="1"/>
              <a:t>Challenges and Research</a:t>
            </a:r>
          </a:p>
          <a:p>
            <a:pPr marL="0" lvl="1" indent="0">
              <a:buFont typeface="Arial" panose="020B0604020202020204" pitchFamily="34" charset="0"/>
              <a:buNone/>
            </a:pPr>
            <a:r>
              <a:rPr lang="en-US"/>
              <a:t>Computational intensity and safety concerns make real-world deployment difficult but vital for adaptive systems.</a:t>
            </a:r>
          </a:p>
        </p:txBody>
      </p:sp>
      <p:sp>
        <p:nvSpPr>
          <p:cNvPr id="5" name="Slide Number Placeholder 4">
            <a:extLst>
              <a:ext uri="{FF2B5EF4-FFF2-40B4-BE49-F238E27FC236}">
                <a16:creationId xmlns:a16="http://schemas.microsoft.com/office/drawing/2014/main" id="{20688EE0-FBBF-6985-7C6C-42A9F7ABB6A6}"/>
              </a:ext>
            </a:extLst>
          </p:cNvPr>
          <p:cNvSpPr>
            <a:spLocks noGrp="1"/>
          </p:cNvSpPr>
          <p:nvPr>
            <p:ph type="sldNum" sz="quarter" idx="12"/>
          </p:nvPr>
        </p:nvSpPr>
        <p:spPr>
          <a:xfrm>
            <a:off x="411480" y="6126480"/>
            <a:ext cx="365760" cy="365125"/>
          </a:xfrm>
        </p:spPr>
        <p:txBody>
          <a:bodyPr anchor="ctr">
            <a:normAutofit/>
          </a:bodyPr>
          <a:lstStyle/>
          <a:p>
            <a:pPr>
              <a:spcAft>
                <a:spcPts val="600"/>
              </a:spcAft>
            </a:pPr>
            <a:fld id="{AEAA3239-9EA4-4A65-A281-97F994456D9F}" type="slidenum">
              <a:rPr lang="en-US" smtClean="0"/>
              <a:pPr>
                <a:spcAft>
                  <a:spcPts val="600"/>
                </a:spcAft>
              </a:pPr>
              <a:t>10</a:t>
            </a:fld>
            <a:endParaRPr lang="en-US"/>
          </a:p>
        </p:txBody>
      </p:sp>
      <p:sp>
        <p:nvSpPr>
          <p:cNvPr id="6" name="Footer Placeholder 5">
            <a:extLst>
              <a:ext uri="{FF2B5EF4-FFF2-40B4-BE49-F238E27FC236}">
                <a16:creationId xmlns:a16="http://schemas.microsoft.com/office/drawing/2014/main" id="{F61743DF-43BA-6C87-343D-90F1646A4968}"/>
              </a:ext>
            </a:extLst>
          </p:cNvPr>
          <p:cNvSpPr>
            <a:spLocks noGrp="1"/>
          </p:cNvSpPr>
          <p:nvPr>
            <p:ph type="ftr" sz="quarter" idx="11"/>
          </p:nvPr>
        </p:nvSpPr>
        <p:spPr>
          <a:xfrm>
            <a:off x="809077" y="6126480"/>
            <a:ext cx="3698529" cy="365125"/>
          </a:xfrm>
        </p:spPr>
        <p:txBody>
          <a:bodyPr anchor="ctr">
            <a:normAutofit/>
          </a:bodyPr>
          <a:lstStyle/>
          <a:p>
            <a:pPr>
              <a:spcAft>
                <a:spcPts val="600"/>
              </a:spcAft>
            </a:pPr>
            <a:r>
              <a:rPr lang="en-US"/>
              <a:t>iNTRO. Ai AND ml</a:t>
            </a:r>
          </a:p>
        </p:txBody>
      </p:sp>
      <p:sp>
        <p:nvSpPr>
          <p:cNvPr id="7" name="Date Placeholder 6">
            <a:extLst>
              <a:ext uri="{FF2B5EF4-FFF2-40B4-BE49-F238E27FC236}">
                <a16:creationId xmlns:a16="http://schemas.microsoft.com/office/drawing/2014/main" id="{8EC47A29-589B-ED9D-EC19-577DC54C954F}"/>
              </a:ext>
            </a:extLst>
          </p:cNvPr>
          <p:cNvSpPr>
            <a:spLocks noGrp="1"/>
          </p:cNvSpPr>
          <p:nvPr>
            <p:ph type="dt" sz="half" idx="10"/>
          </p:nvPr>
        </p:nvSpPr>
        <p:spPr>
          <a:xfrm>
            <a:off x="9684913" y="6126480"/>
            <a:ext cx="2073147" cy="365125"/>
          </a:xfrm>
        </p:spPr>
        <p:txBody>
          <a:bodyPr anchor="ctr">
            <a:normAutofit/>
          </a:bodyPr>
          <a:lstStyle/>
          <a:p>
            <a:pPr>
              <a:spcAft>
                <a:spcPts val="600"/>
              </a:spcAft>
            </a:pPr>
            <a:fld id="{42CCCE39-E894-AE4B-8297-21AAF0EFFD0A}" type="datetime1">
              <a:rPr lang="en-US" smtClean="0"/>
              <a:pPr>
                <a:spcAft>
                  <a:spcPts val="600"/>
                </a:spcAft>
              </a:pPr>
              <a:t>5/19/2026</a:t>
            </a:fld>
            <a:endParaRPr lang="en-US"/>
          </a:p>
        </p:txBody>
      </p:sp>
    </p:spTree>
    <p:extLst>
      <p:ext uri="{BB962C8B-B14F-4D97-AF65-F5344CB8AC3E}">
        <p14:creationId xmlns:p14="http://schemas.microsoft.com/office/powerpoint/2010/main" val="42385991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4226C-BF2C-7A38-C8E8-30A9EA4AED1A}"/>
              </a:ext>
            </a:extLst>
          </p:cNvPr>
          <p:cNvSpPr>
            <a:spLocks noGrp="1"/>
          </p:cNvSpPr>
          <p:nvPr>
            <p:ph type="title"/>
          </p:nvPr>
        </p:nvSpPr>
        <p:spPr>
          <a:xfrm>
            <a:off x="457200" y="457200"/>
            <a:ext cx="4564763" cy="1269482"/>
          </a:xfrm>
        </p:spPr>
        <p:txBody>
          <a:bodyPr anchor="t">
            <a:normAutofit/>
          </a:bodyPr>
          <a:lstStyle/>
          <a:p>
            <a:r>
              <a:rPr lang="en-US" sz="2600"/>
              <a:t>Feature Engineering and the Model Training Process</a:t>
            </a:r>
          </a:p>
        </p:txBody>
      </p:sp>
      <p:pic>
        <p:nvPicPr>
          <p:cNvPr id="8" name="Content Placeholder 7" descr="3D puzzle in the head object with circuit lines connections in blue background with copy space.">
            <a:extLst>
              <a:ext uri="{FF2B5EF4-FFF2-40B4-BE49-F238E27FC236}">
                <a16:creationId xmlns:a16="http://schemas.microsoft.com/office/drawing/2014/main" id="{A3B0B90F-0D69-440F-8234-D334E248B38D}"/>
              </a:ext>
            </a:extLst>
          </p:cNvPr>
          <p:cNvPicPr>
            <a:picLocks noGrp="1" noChangeAspect="1"/>
          </p:cNvPicPr>
          <p:nvPr>
            <p:ph type="pic" sz="quarter" idx="13"/>
          </p:nvPr>
        </p:nvPicPr>
        <p:blipFill>
          <a:blip r:embed="rId3"/>
          <a:srcRect l="33738" r="8678" b="-2"/>
          <a:stretch>
            <a:fillRect/>
          </a:stretch>
        </p:blipFill>
        <p:spPr>
          <a:xfrm>
            <a:off x="457200" y="1968816"/>
            <a:ext cx="4564763" cy="3963682"/>
          </a:xfrm>
        </p:spPr>
      </p:pic>
      <p:sp>
        <p:nvSpPr>
          <p:cNvPr id="4" name="Content Placeholder 3">
            <a:extLst>
              <a:ext uri="{FF2B5EF4-FFF2-40B4-BE49-F238E27FC236}">
                <a16:creationId xmlns:a16="http://schemas.microsoft.com/office/drawing/2014/main" id="{5F69F9EA-0037-527C-86F4-820F34A12BF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00688" y="457200"/>
            <a:ext cx="6217920" cy="5475298"/>
          </a:xfrm>
        </p:spPr>
        <p:txBody>
          <a:bodyPr>
            <a:normAutofit/>
          </a:bodyPr>
          <a:lstStyle/>
          <a:p>
            <a:pPr marL="0" indent="0">
              <a:spcBef>
                <a:spcPts val="2500"/>
              </a:spcBef>
              <a:buFont typeface="Arial" panose="020B0604020202020204" pitchFamily="34" charset="0"/>
              <a:buNone/>
            </a:pPr>
            <a:r>
              <a:rPr lang="en-US" b="1"/>
              <a:t>Role of Feature Engineering</a:t>
            </a:r>
          </a:p>
          <a:p>
            <a:pPr marL="0" lvl="1" indent="0">
              <a:buFont typeface="Arial" panose="020B0604020202020204" pitchFamily="34" charset="0"/>
              <a:buNone/>
            </a:pPr>
            <a:r>
              <a:rPr lang="en-US"/>
              <a:t>Feature engineering transforms raw data into meaningful inputs that improve model learning effectiveness.</a:t>
            </a:r>
          </a:p>
          <a:p>
            <a:pPr marL="0" indent="0">
              <a:spcBef>
                <a:spcPts val="2500"/>
              </a:spcBef>
              <a:buFont typeface="Arial" panose="020B0604020202020204" pitchFamily="34" charset="0"/>
              <a:buNone/>
            </a:pPr>
            <a:r>
              <a:rPr lang="en-US" b="1"/>
              <a:t>Model Parameter Optimization</a:t>
            </a:r>
          </a:p>
          <a:p>
            <a:pPr marL="0" lvl="1" indent="0">
              <a:buFont typeface="Arial" panose="020B0604020202020204" pitchFamily="34" charset="0"/>
              <a:buNone/>
            </a:pPr>
            <a:r>
              <a:rPr lang="en-US"/>
              <a:t>Model training adjusts weights and biases to minimize prediction errors using optimization algorithms.</a:t>
            </a:r>
          </a:p>
          <a:p>
            <a:pPr marL="0" indent="0">
              <a:spcBef>
                <a:spcPts val="2500"/>
              </a:spcBef>
              <a:buFont typeface="Arial" panose="020B0604020202020204" pitchFamily="34" charset="0"/>
              <a:buNone/>
            </a:pPr>
            <a:r>
              <a:rPr lang="en-US" b="1"/>
              <a:t>Loss Function and Feedback</a:t>
            </a:r>
          </a:p>
          <a:p>
            <a:pPr marL="0" lvl="1" indent="0">
              <a:buFont typeface="Arial" panose="020B0604020202020204" pitchFamily="34" charset="0"/>
              <a:buNone/>
            </a:pPr>
            <a:r>
              <a:rPr lang="en-US"/>
              <a:t>Loss functions measure prediction errors and guide iterative improvements in model accuracy.</a:t>
            </a:r>
          </a:p>
          <a:p>
            <a:pPr marL="0" indent="0">
              <a:spcBef>
                <a:spcPts val="2500"/>
              </a:spcBef>
              <a:buFont typeface="Arial" panose="020B0604020202020204" pitchFamily="34" charset="0"/>
              <a:buNone/>
            </a:pPr>
            <a:r>
              <a:rPr lang="en-US" b="1"/>
              <a:t>Balancing Underfitting and Overfitting</a:t>
            </a:r>
          </a:p>
          <a:p>
            <a:pPr marL="0" lvl="1" indent="0">
              <a:buFont typeface="Arial" panose="020B0604020202020204" pitchFamily="34" charset="0"/>
              <a:buNone/>
            </a:pPr>
            <a:r>
              <a:rPr lang="en-US"/>
              <a:t>Effective training balances simplicity and complexity to ensure generalization beyond training data.</a:t>
            </a:r>
          </a:p>
        </p:txBody>
      </p:sp>
      <p:sp>
        <p:nvSpPr>
          <p:cNvPr id="5" name="Slide Number Placeholder 4">
            <a:extLst>
              <a:ext uri="{FF2B5EF4-FFF2-40B4-BE49-F238E27FC236}">
                <a16:creationId xmlns:a16="http://schemas.microsoft.com/office/drawing/2014/main" id="{0E211AA5-6C64-FEDA-C7B9-8B607B50D200}"/>
              </a:ext>
            </a:extLst>
          </p:cNvPr>
          <p:cNvSpPr>
            <a:spLocks noGrp="1"/>
          </p:cNvSpPr>
          <p:nvPr>
            <p:ph type="sldNum" sz="quarter" idx="12"/>
          </p:nvPr>
        </p:nvSpPr>
        <p:spPr>
          <a:xfrm>
            <a:off x="411480" y="6126480"/>
            <a:ext cx="365760" cy="365125"/>
          </a:xfrm>
        </p:spPr>
        <p:txBody>
          <a:bodyPr anchor="ctr">
            <a:normAutofit/>
          </a:bodyPr>
          <a:lstStyle/>
          <a:p>
            <a:pPr>
              <a:spcAft>
                <a:spcPts val="600"/>
              </a:spcAft>
            </a:pPr>
            <a:fld id="{AEAA3239-9EA4-4A65-A281-97F994456D9F}" type="slidenum">
              <a:rPr lang="en-US" smtClean="0"/>
              <a:pPr>
                <a:spcAft>
                  <a:spcPts val="600"/>
                </a:spcAft>
              </a:pPr>
              <a:t>11</a:t>
            </a:fld>
            <a:endParaRPr lang="en-US"/>
          </a:p>
        </p:txBody>
      </p:sp>
      <p:sp>
        <p:nvSpPr>
          <p:cNvPr id="6" name="Footer Placeholder 5">
            <a:extLst>
              <a:ext uri="{FF2B5EF4-FFF2-40B4-BE49-F238E27FC236}">
                <a16:creationId xmlns:a16="http://schemas.microsoft.com/office/drawing/2014/main" id="{FE7F56AB-F983-8D14-9EB8-6CF3EE4553B7}"/>
              </a:ext>
            </a:extLst>
          </p:cNvPr>
          <p:cNvSpPr>
            <a:spLocks noGrp="1"/>
          </p:cNvSpPr>
          <p:nvPr>
            <p:ph type="ftr" sz="quarter" idx="11"/>
          </p:nvPr>
        </p:nvSpPr>
        <p:spPr>
          <a:xfrm>
            <a:off x="809077" y="6126480"/>
            <a:ext cx="3698529" cy="365125"/>
          </a:xfrm>
        </p:spPr>
        <p:txBody>
          <a:bodyPr anchor="ctr">
            <a:normAutofit/>
          </a:bodyPr>
          <a:lstStyle/>
          <a:p>
            <a:pPr>
              <a:spcAft>
                <a:spcPts val="600"/>
              </a:spcAft>
            </a:pPr>
            <a:r>
              <a:rPr lang="en-US"/>
              <a:t>iNTRO. Ai AND ml</a:t>
            </a:r>
          </a:p>
        </p:txBody>
      </p:sp>
      <p:sp>
        <p:nvSpPr>
          <p:cNvPr id="7" name="Date Placeholder 6">
            <a:extLst>
              <a:ext uri="{FF2B5EF4-FFF2-40B4-BE49-F238E27FC236}">
                <a16:creationId xmlns:a16="http://schemas.microsoft.com/office/drawing/2014/main" id="{43EB33E0-097F-40CB-9000-B16382933502}"/>
              </a:ext>
            </a:extLst>
          </p:cNvPr>
          <p:cNvSpPr>
            <a:spLocks noGrp="1"/>
          </p:cNvSpPr>
          <p:nvPr>
            <p:ph type="dt" sz="half" idx="10"/>
          </p:nvPr>
        </p:nvSpPr>
        <p:spPr>
          <a:xfrm>
            <a:off x="9684913" y="6126480"/>
            <a:ext cx="2073147" cy="365125"/>
          </a:xfrm>
        </p:spPr>
        <p:txBody>
          <a:bodyPr anchor="ctr">
            <a:normAutofit/>
          </a:bodyPr>
          <a:lstStyle/>
          <a:p>
            <a:pPr>
              <a:spcAft>
                <a:spcPts val="600"/>
              </a:spcAft>
            </a:pPr>
            <a:fld id="{42CCCE39-E894-AE4B-8297-21AAF0EFFD0A}" type="datetime1">
              <a:rPr lang="en-US" smtClean="0"/>
              <a:pPr>
                <a:spcAft>
                  <a:spcPts val="600"/>
                </a:spcAft>
              </a:pPr>
              <a:t>5/19/2026</a:t>
            </a:fld>
            <a:endParaRPr lang="en-US"/>
          </a:p>
        </p:txBody>
      </p:sp>
    </p:spTree>
    <p:extLst>
      <p:ext uri="{BB962C8B-B14F-4D97-AF65-F5344CB8AC3E}">
        <p14:creationId xmlns:p14="http://schemas.microsoft.com/office/powerpoint/2010/main" val="39422536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17B3E-8633-C8F2-A633-FBEA77B7A9E1}"/>
              </a:ext>
            </a:extLst>
          </p:cNvPr>
          <p:cNvSpPr>
            <a:spLocks noGrp="1"/>
          </p:cNvSpPr>
          <p:nvPr>
            <p:ph type="title"/>
          </p:nvPr>
        </p:nvSpPr>
        <p:spPr>
          <a:xfrm>
            <a:off x="7010400" y="499533"/>
            <a:ext cx="4754880" cy="1328932"/>
          </a:xfrm>
        </p:spPr>
        <p:txBody>
          <a:bodyPr anchor="b">
            <a:normAutofit/>
          </a:bodyPr>
          <a:lstStyle/>
          <a:p>
            <a:r>
              <a:rPr lang="en-US" sz="3100"/>
              <a:t>Deep Learning and Neural Network Architectures</a:t>
            </a:r>
          </a:p>
        </p:txBody>
      </p:sp>
      <p:pic>
        <p:nvPicPr>
          <p:cNvPr id="8" name="Content Placeholder 7" descr="Space full of colorful lights.">
            <a:extLst>
              <a:ext uri="{FF2B5EF4-FFF2-40B4-BE49-F238E27FC236}">
                <a16:creationId xmlns:a16="http://schemas.microsoft.com/office/drawing/2014/main" id="{7BA9364F-7952-4061-9E56-F44874C71279}"/>
              </a:ext>
            </a:extLst>
          </p:cNvPr>
          <p:cNvPicPr>
            <a:picLocks noGrp="1" noChangeAspect="1"/>
          </p:cNvPicPr>
          <p:nvPr>
            <p:ph type="pic" sz="quarter" idx="13"/>
          </p:nvPr>
        </p:nvPicPr>
        <p:blipFill>
          <a:blip r:embed="rId3"/>
          <a:srcRect l="32905" r="7928" b="-2"/>
          <a:stretch>
            <a:fillRect/>
          </a:stretch>
        </p:blipFill>
        <p:spPr>
          <a:xfrm>
            <a:off x="457200" y="457200"/>
            <a:ext cx="5626608" cy="5943600"/>
          </a:xfrm>
        </p:spPr>
      </p:pic>
      <p:sp>
        <p:nvSpPr>
          <p:cNvPr id="4" name="Content Placeholder 3">
            <a:extLst>
              <a:ext uri="{FF2B5EF4-FFF2-40B4-BE49-F238E27FC236}">
                <a16:creationId xmlns:a16="http://schemas.microsoft.com/office/drawing/2014/main" id="{547DF58C-2AC9-0DB3-6ADE-7CED8482F9E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10400" y="1975104"/>
            <a:ext cx="4754880" cy="3931920"/>
          </a:xfrm>
        </p:spPr>
        <p:txBody>
          <a:bodyPr>
            <a:normAutofit/>
          </a:bodyPr>
          <a:lstStyle/>
          <a:p>
            <a:pPr marL="0" indent="0">
              <a:spcBef>
                <a:spcPts val="2500"/>
              </a:spcBef>
              <a:buFont typeface="Arial" panose="020B0604020202020204" pitchFamily="34" charset="0"/>
              <a:buNone/>
            </a:pPr>
            <a:r>
              <a:rPr lang="en-US" b="1"/>
              <a:t>Layered Neural Network Structure</a:t>
            </a:r>
          </a:p>
          <a:p>
            <a:pPr marL="0" lvl="1" indent="0">
              <a:buFont typeface="Arial" panose="020B0604020202020204" pitchFamily="34" charset="0"/>
              <a:buNone/>
            </a:pPr>
            <a:r>
              <a:rPr lang="en-US"/>
              <a:t>Deep learning uses multiple layers of interconnected nodes to model complex relationships in data hierarchically.</a:t>
            </a:r>
          </a:p>
          <a:p>
            <a:pPr marL="0" indent="0">
              <a:spcBef>
                <a:spcPts val="2500"/>
              </a:spcBef>
              <a:buFont typeface="Arial" panose="020B0604020202020204" pitchFamily="34" charset="0"/>
              <a:buNone/>
            </a:pPr>
            <a:r>
              <a:rPr lang="en-US" b="1"/>
              <a:t>Applications of Deep Learning</a:t>
            </a:r>
          </a:p>
          <a:p>
            <a:pPr marL="0" lvl="1" indent="0">
              <a:buFont typeface="Arial" panose="020B0604020202020204" pitchFamily="34" charset="0"/>
              <a:buNone/>
            </a:pPr>
            <a:r>
              <a:rPr lang="en-US"/>
              <a:t>Deep learning excels in image recognition, speech transcription, and natural language understanding tasks.</a:t>
            </a:r>
          </a:p>
          <a:p>
            <a:pPr marL="0" indent="0">
              <a:spcBef>
                <a:spcPts val="2500"/>
              </a:spcBef>
              <a:buFont typeface="Arial" panose="020B0604020202020204" pitchFamily="34" charset="0"/>
              <a:buNone/>
            </a:pPr>
            <a:r>
              <a:rPr lang="en-US" b="1"/>
              <a:t>Challenges in Deep Learning</a:t>
            </a:r>
          </a:p>
          <a:p>
            <a:pPr marL="0" lvl="1" indent="0">
              <a:buFont typeface="Arial" panose="020B0604020202020204" pitchFamily="34" charset="0"/>
              <a:buNone/>
            </a:pPr>
            <a:r>
              <a:rPr lang="en-US"/>
              <a:t>Deep learning models require large datasets and computational power but often lack transparency and interpretability.</a:t>
            </a:r>
          </a:p>
        </p:txBody>
      </p:sp>
      <p:sp>
        <p:nvSpPr>
          <p:cNvPr id="5" name="Slide Number Placeholder 4">
            <a:extLst>
              <a:ext uri="{FF2B5EF4-FFF2-40B4-BE49-F238E27FC236}">
                <a16:creationId xmlns:a16="http://schemas.microsoft.com/office/drawing/2014/main" id="{EA65C1B1-8A39-68E4-30CC-64FEB183A98D}"/>
              </a:ext>
            </a:extLst>
          </p:cNvPr>
          <p:cNvSpPr>
            <a:spLocks noGrp="1"/>
          </p:cNvSpPr>
          <p:nvPr>
            <p:ph type="sldNum" sz="quarter" idx="17"/>
          </p:nvPr>
        </p:nvSpPr>
        <p:spPr>
          <a:xfrm>
            <a:off x="7010400" y="6126480"/>
            <a:ext cx="365760" cy="365125"/>
          </a:xfrm>
        </p:spPr>
        <p:txBody>
          <a:bodyPr anchor="ctr">
            <a:normAutofit/>
          </a:bodyPr>
          <a:lstStyle/>
          <a:p>
            <a:pPr>
              <a:spcAft>
                <a:spcPts val="600"/>
              </a:spcAft>
            </a:pPr>
            <a:fld id="{AEAA3239-9EA4-4A65-A281-97F994456D9F}" type="slidenum">
              <a:rPr lang="en-US" smtClean="0"/>
              <a:pPr>
                <a:spcAft>
                  <a:spcPts val="600"/>
                </a:spcAft>
              </a:pPr>
              <a:t>12</a:t>
            </a:fld>
            <a:endParaRPr lang="en-US"/>
          </a:p>
        </p:txBody>
      </p:sp>
      <p:sp>
        <p:nvSpPr>
          <p:cNvPr id="6" name="Footer Placeholder 5">
            <a:extLst>
              <a:ext uri="{FF2B5EF4-FFF2-40B4-BE49-F238E27FC236}">
                <a16:creationId xmlns:a16="http://schemas.microsoft.com/office/drawing/2014/main" id="{4A14F534-9476-453E-B5A1-0BD79BEBFB19}"/>
              </a:ext>
            </a:extLst>
          </p:cNvPr>
          <p:cNvSpPr>
            <a:spLocks noGrp="1"/>
          </p:cNvSpPr>
          <p:nvPr>
            <p:ph type="ftr" sz="quarter" idx="16"/>
          </p:nvPr>
        </p:nvSpPr>
        <p:spPr>
          <a:xfrm>
            <a:off x="7407996" y="6126480"/>
            <a:ext cx="2834640" cy="365125"/>
          </a:xfrm>
        </p:spPr>
        <p:txBody>
          <a:bodyPr anchor="ctr">
            <a:normAutofit/>
          </a:bodyPr>
          <a:lstStyle/>
          <a:p>
            <a:pPr>
              <a:spcAft>
                <a:spcPts val="600"/>
              </a:spcAft>
            </a:pPr>
            <a:r>
              <a:rPr lang="en-US"/>
              <a:t>iNTRO. Ai AND ml</a:t>
            </a:r>
          </a:p>
        </p:txBody>
      </p:sp>
      <p:sp>
        <p:nvSpPr>
          <p:cNvPr id="7" name="Date Placeholder 6">
            <a:extLst>
              <a:ext uri="{FF2B5EF4-FFF2-40B4-BE49-F238E27FC236}">
                <a16:creationId xmlns:a16="http://schemas.microsoft.com/office/drawing/2014/main" id="{694849D1-B53D-F8DC-16CE-3F3450AEAF85}"/>
              </a:ext>
            </a:extLst>
          </p:cNvPr>
          <p:cNvSpPr>
            <a:spLocks noGrp="1"/>
          </p:cNvSpPr>
          <p:nvPr>
            <p:ph type="dt" sz="half" idx="15"/>
          </p:nvPr>
        </p:nvSpPr>
        <p:spPr>
          <a:xfrm>
            <a:off x="10290220" y="6126480"/>
            <a:ext cx="1467840" cy="365125"/>
          </a:xfrm>
        </p:spPr>
        <p:txBody>
          <a:bodyPr anchor="ctr">
            <a:normAutofit/>
          </a:bodyPr>
          <a:lstStyle/>
          <a:p>
            <a:pPr>
              <a:spcAft>
                <a:spcPts val="600"/>
              </a:spcAft>
            </a:pPr>
            <a:fld id="{42CCCE39-E894-AE4B-8297-21AAF0EFFD0A}" type="datetime1">
              <a:rPr lang="en-US" smtClean="0"/>
              <a:pPr>
                <a:spcAft>
                  <a:spcPts val="600"/>
                </a:spcAft>
              </a:pPr>
              <a:t>5/19/2026</a:t>
            </a:fld>
            <a:endParaRPr lang="en-US"/>
          </a:p>
        </p:txBody>
      </p:sp>
    </p:spTree>
    <p:extLst>
      <p:ext uri="{BB962C8B-B14F-4D97-AF65-F5344CB8AC3E}">
        <p14:creationId xmlns:p14="http://schemas.microsoft.com/office/powerpoint/2010/main" val="15614537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E16E2-7FB2-70FE-36C7-8D19BCC460B5}"/>
              </a:ext>
            </a:extLst>
          </p:cNvPr>
          <p:cNvSpPr>
            <a:spLocks noGrp="1"/>
          </p:cNvSpPr>
          <p:nvPr>
            <p:ph type="title"/>
          </p:nvPr>
        </p:nvSpPr>
        <p:spPr>
          <a:xfrm>
            <a:off x="457200" y="457200"/>
            <a:ext cx="4564763" cy="1269482"/>
          </a:xfrm>
        </p:spPr>
        <p:txBody>
          <a:bodyPr anchor="t">
            <a:normAutofit/>
          </a:bodyPr>
          <a:lstStyle/>
          <a:p>
            <a:r>
              <a:rPr lang="en-US"/>
              <a:t>Generative AI and Large Language Models</a:t>
            </a:r>
          </a:p>
        </p:txBody>
      </p:sp>
      <p:pic>
        <p:nvPicPr>
          <p:cNvPr id="8" name="Content Placeholder 7" descr="Water droplet on a petal">
            <a:extLst>
              <a:ext uri="{FF2B5EF4-FFF2-40B4-BE49-F238E27FC236}">
                <a16:creationId xmlns:a16="http://schemas.microsoft.com/office/drawing/2014/main" id="{AC5F0FA0-0E21-4E2D-B5E5-F213831A2688}"/>
              </a:ext>
            </a:extLst>
          </p:cNvPr>
          <p:cNvPicPr>
            <a:picLocks noGrp="1" noChangeAspect="1"/>
          </p:cNvPicPr>
          <p:nvPr>
            <p:ph type="pic" sz="quarter" idx="13"/>
          </p:nvPr>
        </p:nvPicPr>
        <p:blipFill>
          <a:blip r:embed="rId3"/>
          <a:srcRect l="21159" r="14060" b="-2"/>
          <a:stretch>
            <a:fillRect/>
          </a:stretch>
        </p:blipFill>
        <p:spPr>
          <a:xfrm>
            <a:off x="457200" y="1968816"/>
            <a:ext cx="4564763" cy="3963682"/>
          </a:xfrm>
        </p:spPr>
      </p:pic>
      <p:sp>
        <p:nvSpPr>
          <p:cNvPr id="4" name="Content Placeholder 3">
            <a:extLst>
              <a:ext uri="{FF2B5EF4-FFF2-40B4-BE49-F238E27FC236}">
                <a16:creationId xmlns:a16="http://schemas.microsoft.com/office/drawing/2014/main" id="{2593734E-518D-93C8-C66E-79FFC6E2309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00688" y="457200"/>
            <a:ext cx="6217920" cy="5475298"/>
          </a:xfrm>
        </p:spPr>
        <p:txBody>
          <a:bodyPr>
            <a:normAutofit/>
          </a:bodyPr>
          <a:lstStyle/>
          <a:p>
            <a:pPr marL="0" indent="0">
              <a:spcBef>
                <a:spcPts val="2500"/>
              </a:spcBef>
              <a:buFont typeface="Arial" panose="020B0604020202020204" pitchFamily="34" charset="0"/>
              <a:buNone/>
            </a:pPr>
            <a:r>
              <a:rPr lang="en-US" b="1"/>
              <a:t>Generative AI Capabilities</a:t>
            </a:r>
          </a:p>
          <a:p>
            <a:pPr marL="0" lvl="1" indent="0">
              <a:buFont typeface="Arial" panose="020B0604020202020204" pitchFamily="34" charset="0"/>
              <a:buNone/>
            </a:pPr>
            <a:r>
              <a:rPr lang="en-US"/>
              <a:t>Generative AI creates new content such as text, code, and conversation instead of just analyzing data.</a:t>
            </a:r>
          </a:p>
          <a:p>
            <a:pPr marL="0" indent="0">
              <a:spcBef>
                <a:spcPts val="2500"/>
              </a:spcBef>
              <a:buFont typeface="Arial" panose="020B0604020202020204" pitchFamily="34" charset="0"/>
              <a:buNone/>
            </a:pPr>
            <a:r>
              <a:rPr lang="en-US" b="1"/>
              <a:t>Transformer Architecture</a:t>
            </a:r>
          </a:p>
          <a:p>
            <a:pPr marL="0" lvl="1" indent="0">
              <a:buFont typeface="Arial" panose="020B0604020202020204" pitchFamily="34" charset="0"/>
              <a:buNone/>
            </a:pPr>
            <a:r>
              <a:rPr lang="en-US"/>
              <a:t>LLMs use transformer models with self-attention to understand context in large sequences of data.</a:t>
            </a:r>
          </a:p>
          <a:p>
            <a:pPr marL="0" indent="0">
              <a:spcBef>
                <a:spcPts val="2500"/>
              </a:spcBef>
              <a:buFont typeface="Arial" panose="020B0604020202020204" pitchFamily="34" charset="0"/>
              <a:buNone/>
            </a:pPr>
            <a:r>
              <a:rPr lang="en-US" b="1"/>
              <a:t>Applications of LLMs</a:t>
            </a:r>
          </a:p>
          <a:p>
            <a:pPr marL="0" lvl="1" indent="0">
              <a:buFont typeface="Arial" panose="020B0604020202020204" pitchFamily="34" charset="0"/>
              <a:buNone/>
            </a:pPr>
            <a:r>
              <a:rPr lang="en-US"/>
              <a:t>Applications include customer chatbots, creative writing tools, and software development assistants.</a:t>
            </a:r>
          </a:p>
          <a:p>
            <a:pPr marL="0" indent="0">
              <a:spcBef>
                <a:spcPts val="2500"/>
              </a:spcBef>
              <a:buFont typeface="Arial" panose="020B0604020202020204" pitchFamily="34" charset="0"/>
              <a:buNone/>
            </a:pPr>
            <a:r>
              <a:rPr lang="en-US" b="1"/>
              <a:t>Ethical and Practical Concerns</a:t>
            </a:r>
          </a:p>
          <a:p>
            <a:pPr marL="0" lvl="1" indent="0">
              <a:buFont typeface="Arial" panose="020B0604020202020204" pitchFamily="34" charset="0"/>
              <a:buNone/>
            </a:pPr>
            <a:r>
              <a:rPr lang="en-US"/>
              <a:t>Generative AI raises issues of misinformation, intellectual property, and ethics requiring responsible use.</a:t>
            </a:r>
          </a:p>
        </p:txBody>
      </p:sp>
      <p:sp>
        <p:nvSpPr>
          <p:cNvPr id="5" name="Slide Number Placeholder 4">
            <a:extLst>
              <a:ext uri="{FF2B5EF4-FFF2-40B4-BE49-F238E27FC236}">
                <a16:creationId xmlns:a16="http://schemas.microsoft.com/office/drawing/2014/main" id="{3B492FD3-C08D-FB09-8FEA-F5584308C91B}"/>
              </a:ext>
            </a:extLst>
          </p:cNvPr>
          <p:cNvSpPr>
            <a:spLocks noGrp="1"/>
          </p:cNvSpPr>
          <p:nvPr>
            <p:ph type="sldNum" sz="quarter" idx="12"/>
          </p:nvPr>
        </p:nvSpPr>
        <p:spPr>
          <a:xfrm>
            <a:off x="411480" y="6126480"/>
            <a:ext cx="365760" cy="365125"/>
          </a:xfrm>
        </p:spPr>
        <p:txBody>
          <a:bodyPr anchor="ctr">
            <a:normAutofit/>
          </a:bodyPr>
          <a:lstStyle/>
          <a:p>
            <a:pPr>
              <a:spcAft>
                <a:spcPts val="600"/>
              </a:spcAft>
            </a:pPr>
            <a:fld id="{AEAA3239-9EA4-4A65-A281-97F994456D9F}" type="slidenum">
              <a:rPr lang="en-US" smtClean="0"/>
              <a:pPr>
                <a:spcAft>
                  <a:spcPts val="600"/>
                </a:spcAft>
              </a:pPr>
              <a:t>13</a:t>
            </a:fld>
            <a:endParaRPr lang="en-US"/>
          </a:p>
        </p:txBody>
      </p:sp>
      <p:sp>
        <p:nvSpPr>
          <p:cNvPr id="6" name="Footer Placeholder 5">
            <a:extLst>
              <a:ext uri="{FF2B5EF4-FFF2-40B4-BE49-F238E27FC236}">
                <a16:creationId xmlns:a16="http://schemas.microsoft.com/office/drawing/2014/main" id="{16B6B650-C7FB-2E3C-7E7C-496E19236BFD}"/>
              </a:ext>
            </a:extLst>
          </p:cNvPr>
          <p:cNvSpPr>
            <a:spLocks noGrp="1"/>
          </p:cNvSpPr>
          <p:nvPr>
            <p:ph type="ftr" sz="quarter" idx="11"/>
          </p:nvPr>
        </p:nvSpPr>
        <p:spPr>
          <a:xfrm>
            <a:off x="809077" y="6126480"/>
            <a:ext cx="3698529" cy="365125"/>
          </a:xfrm>
        </p:spPr>
        <p:txBody>
          <a:bodyPr anchor="ctr">
            <a:normAutofit/>
          </a:bodyPr>
          <a:lstStyle/>
          <a:p>
            <a:pPr>
              <a:spcAft>
                <a:spcPts val="600"/>
              </a:spcAft>
            </a:pPr>
            <a:r>
              <a:rPr lang="en-US"/>
              <a:t>iNTRO. Ai AND ml</a:t>
            </a:r>
          </a:p>
        </p:txBody>
      </p:sp>
      <p:sp>
        <p:nvSpPr>
          <p:cNvPr id="7" name="Date Placeholder 6">
            <a:extLst>
              <a:ext uri="{FF2B5EF4-FFF2-40B4-BE49-F238E27FC236}">
                <a16:creationId xmlns:a16="http://schemas.microsoft.com/office/drawing/2014/main" id="{A3E9CECA-3168-7424-C99C-1196ECC5CA9B}"/>
              </a:ext>
            </a:extLst>
          </p:cNvPr>
          <p:cNvSpPr>
            <a:spLocks noGrp="1"/>
          </p:cNvSpPr>
          <p:nvPr>
            <p:ph type="dt" sz="half" idx="10"/>
          </p:nvPr>
        </p:nvSpPr>
        <p:spPr>
          <a:xfrm>
            <a:off x="9684913" y="6126480"/>
            <a:ext cx="2073147" cy="365125"/>
          </a:xfrm>
        </p:spPr>
        <p:txBody>
          <a:bodyPr anchor="ctr">
            <a:normAutofit/>
          </a:bodyPr>
          <a:lstStyle/>
          <a:p>
            <a:pPr>
              <a:spcAft>
                <a:spcPts val="600"/>
              </a:spcAft>
            </a:pPr>
            <a:fld id="{42CCCE39-E894-AE4B-8297-21AAF0EFFD0A}" type="datetime1">
              <a:rPr lang="en-US" smtClean="0"/>
              <a:pPr>
                <a:spcAft>
                  <a:spcPts val="600"/>
                </a:spcAft>
              </a:pPr>
              <a:t>5/19/2026</a:t>
            </a:fld>
            <a:endParaRPr lang="en-US"/>
          </a:p>
        </p:txBody>
      </p:sp>
    </p:spTree>
    <p:extLst>
      <p:ext uri="{BB962C8B-B14F-4D97-AF65-F5344CB8AC3E}">
        <p14:creationId xmlns:p14="http://schemas.microsoft.com/office/powerpoint/2010/main" val="24659666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D4FB2-EA40-C9FB-4C36-B00E1F29AEC8}"/>
              </a:ext>
            </a:extLst>
          </p:cNvPr>
          <p:cNvSpPr>
            <a:spLocks noGrp="1"/>
          </p:cNvSpPr>
          <p:nvPr>
            <p:ph type="title"/>
          </p:nvPr>
        </p:nvSpPr>
        <p:spPr>
          <a:xfrm>
            <a:off x="457200" y="457200"/>
            <a:ext cx="4564763" cy="1269482"/>
          </a:xfrm>
        </p:spPr>
        <p:txBody>
          <a:bodyPr anchor="t">
            <a:normAutofit/>
          </a:bodyPr>
          <a:lstStyle/>
          <a:p>
            <a:r>
              <a:rPr lang="en-US"/>
              <a:t>Infrastructure, GPUs, and Cloud Scalability</a:t>
            </a:r>
          </a:p>
        </p:txBody>
      </p:sp>
      <p:pic>
        <p:nvPicPr>
          <p:cNvPr id="8" name="Content Placeholder 7" descr="Server room interior in datacenter">
            <a:extLst>
              <a:ext uri="{FF2B5EF4-FFF2-40B4-BE49-F238E27FC236}">
                <a16:creationId xmlns:a16="http://schemas.microsoft.com/office/drawing/2014/main" id="{EF925475-190C-44C3-88EB-FA57DE40FC2A}"/>
              </a:ext>
            </a:extLst>
          </p:cNvPr>
          <p:cNvPicPr>
            <a:picLocks noGrp="1" noChangeAspect="1"/>
          </p:cNvPicPr>
          <p:nvPr>
            <p:ph type="pic" sz="quarter" idx="13"/>
          </p:nvPr>
        </p:nvPicPr>
        <p:blipFill>
          <a:blip r:embed="rId3"/>
          <a:srcRect l="16278" r="18941" b="-2"/>
          <a:stretch>
            <a:fillRect/>
          </a:stretch>
        </p:blipFill>
        <p:spPr>
          <a:xfrm>
            <a:off x="457200" y="1968816"/>
            <a:ext cx="4564763" cy="3963682"/>
          </a:xfrm>
        </p:spPr>
      </p:pic>
      <p:sp>
        <p:nvSpPr>
          <p:cNvPr id="4" name="Content Placeholder 3">
            <a:extLst>
              <a:ext uri="{FF2B5EF4-FFF2-40B4-BE49-F238E27FC236}">
                <a16:creationId xmlns:a16="http://schemas.microsoft.com/office/drawing/2014/main" id="{9F6D0BA8-7807-17AE-4766-8F000604AE1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00688" y="457200"/>
            <a:ext cx="6217920" cy="5475298"/>
          </a:xfrm>
        </p:spPr>
        <p:txBody>
          <a:bodyPr>
            <a:normAutofit/>
          </a:bodyPr>
          <a:lstStyle/>
          <a:p>
            <a:pPr marL="0" indent="0">
              <a:spcBef>
                <a:spcPts val="2500"/>
              </a:spcBef>
              <a:buFont typeface="Arial" panose="020B0604020202020204" pitchFamily="34" charset="0"/>
              <a:buNone/>
            </a:pPr>
            <a:r>
              <a:rPr lang="en-US" b="1"/>
              <a:t>Computational Demand of AI</a:t>
            </a:r>
          </a:p>
          <a:p>
            <a:pPr marL="0" lvl="1" indent="0">
              <a:buFont typeface="Arial" panose="020B0604020202020204" pitchFamily="34" charset="0"/>
              <a:buNone/>
            </a:pPr>
            <a:r>
              <a:rPr lang="en-US"/>
              <a:t>AI training requires processing massive datasets and trillions of operations, surpassing traditional CPU capabilities.</a:t>
            </a:r>
          </a:p>
          <a:p>
            <a:pPr marL="0" indent="0">
              <a:spcBef>
                <a:spcPts val="2500"/>
              </a:spcBef>
              <a:buFont typeface="Arial" panose="020B0604020202020204" pitchFamily="34" charset="0"/>
              <a:buNone/>
            </a:pPr>
            <a:r>
              <a:rPr lang="en-US" b="1"/>
              <a:t>Role of GPUs and Accelerators</a:t>
            </a:r>
          </a:p>
          <a:p>
            <a:pPr marL="0" lvl="1" indent="0">
              <a:buFont typeface="Arial" panose="020B0604020202020204" pitchFamily="34" charset="0"/>
              <a:buNone/>
            </a:pPr>
            <a:r>
              <a:rPr lang="en-US"/>
              <a:t>GPUs and specialized accelerators enable parallel computation, accelerating AI model training efficiently.</a:t>
            </a:r>
          </a:p>
          <a:p>
            <a:pPr marL="0" indent="0">
              <a:spcBef>
                <a:spcPts val="2500"/>
              </a:spcBef>
              <a:buFont typeface="Arial" panose="020B0604020202020204" pitchFamily="34" charset="0"/>
              <a:buNone/>
            </a:pPr>
            <a:r>
              <a:rPr lang="en-US" b="1"/>
              <a:t>Cloud Computing Scalability</a:t>
            </a:r>
          </a:p>
          <a:p>
            <a:pPr marL="0" lvl="1" indent="0">
              <a:buFont typeface="Arial" panose="020B0604020202020204" pitchFamily="34" charset="0"/>
              <a:buNone/>
            </a:pPr>
            <a:r>
              <a:rPr lang="en-US"/>
              <a:t>Cloud platforms provide on-demand resources, enabling scalable AI experimentation and global system deployment.</a:t>
            </a:r>
          </a:p>
          <a:p>
            <a:pPr marL="0" indent="0">
              <a:spcBef>
                <a:spcPts val="2500"/>
              </a:spcBef>
              <a:buFont typeface="Arial" panose="020B0604020202020204" pitchFamily="34" charset="0"/>
              <a:buNone/>
            </a:pPr>
            <a:r>
              <a:rPr lang="en-US" b="1"/>
              <a:t>Transforming AI Accessibility</a:t>
            </a:r>
          </a:p>
          <a:p>
            <a:pPr marL="0" lvl="1" indent="0">
              <a:buFont typeface="Arial" panose="020B0604020202020204" pitchFamily="34" charset="0"/>
              <a:buNone/>
            </a:pPr>
            <a:r>
              <a:rPr lang="en-US"/>
              <a:t>Combination of hardware and cloud services makes AI accessible and practical for organizations of all sizes.</a:t>
            </a:r>
          </a:p>
        </p:txBody>
      </p:sp>
      <p:sp>
        <p:nvSpPr>
          <p:cNvPr id="5" name="Slide Number Placeholder 4">
            <a:extLst>
              <a:ext uri="{FF2B5EF4-FFF2-40B4-BE49-F238E27FC236}">
                <a16:creationId xmlns:a16="http://schemas.microsoft.com/office/drawing/2014/main" id="{FAACF165-9526-BAF3-E5FE-2FE1359EA5DE}"/>
              </a:ext>
            </a:extLst>
          </p:cNvPr>
          <p:cNvSpPr>
            <a:spLocks noGrp="1"/>
          </p:cNvSpPr>
          <p:nvPr>
            <p:ph type="sldNum" sz="quarter" idx="12"/>
          </p:nvPr>
        </p:nvSpPr>
        <p:spPr>
          <a:xfrm>
            <a:off x="411480" y="6126480"/>
            <a:ext cx="365760" cy="365125"/>
          </a:xfrm>
        </p:spPr>
        <p:txBody>
          <a:bodyPr anchor="ctr">
            <a:normAutofit/>
          </a:bodyPr>
          <a:lstStyle/>
          <a:p>
            <a:pPr>
              <a:spcAft>
                <a:spcPts val="600"/>
              </a:spcAft>
            </a:pPr>
            <a:fld id="{AEAA3239-9EA4-4A65-A281-97F994456D9F}" type="slidenum">
              <a:rPr lang="en-US" smtClean="0"/>
              <a:pPr>
                <a:spcAft>
                  <a:spcPts val="600"/>
                </a:spcAft>
              </a:pPr>
              <a:t>14</a:t>
            </a:fld>
            <a:endParaRPr lang="en-US"/>
          </a:p>
        </p:txBody>
      </p:sp>
      <p:sp>
        <p:nvSpPr>
          <p:cNvPr id="6" name="Footer Placeholder 5">
            <a:extLst>
              <a:ext uri="{FF2B5EF4-FFF2-40B4-BE49-F238E27FC236}">
                <a16:creationId xmlns:a16="http://schemas.microsoft.com/office/drawing/2014/main" id="{E5A8B606-2486-7DC7-AC52-B9DBE509A198}"/>
              </a:ext>
            </a:extLst>
          </p:cNvPr>
          <p:cNvSpPr>
            <a:spLocks noGrp="1"/>
          </p:cNvSpPr>
          <p:nvPr>
            <p:ph type="ftr" sz="quarter" idx="11"/>
          </p:nvPr>
        </p:nvSpPr>
        <p:spPr>
          <a:xfrm>
            <a:off x="809077" y="6126480"/>
            <a:ext cx="3698529" cy="365125"/>
          </a:xfrm>
        </p:spPr>
        <p:txBody>
          <a:bodyPr anchor="ctr">
            <a:normAutofit/>
          </a:bodyPr>
          <a:lstStyle/>
          <a:p>
            <a:pPr>
              <a:spcAft>
                <a:spcPts val="600"/>
              </a:spcAft>
            </a:pPr>
            <a:r>
              <a:rPr lang="en-US"/>
              <a:t>iNTRO. Ai AND ml</a:t>
            </a:r>
          </a:p>
        </p:txBody>
      </p:sp>
      <p:sp>
        <p:nvSpPr>
          <p:cNvPr id="7" name="Date Placeholder 6">
            <a:extLst>
              <a:ext uri="{FF2B5EF4-FFF2-40B4-BE49-F238E27FC236}">
                <a16:creationId xmlns:a16="http://schemas.microsoft.com/office/drawing/2014/main" id="{E2A26292-308C-3549-F14C-2F9486E072D6}"/>
              </a:ext>
            </a:extLst>
          </p:cNvPr>
          <p:cNvSpPr>
            <a:spLocks noGrp="1"/>
          </p:cNvSpPr>
          <p:nvPr>
            <p:ph type="dt" sz="half" idx="10"/>
          </p:nvPr>
        </p:nvSpPr>
        <p:spPr>
          <a:xfrm>
            <a:off x="9684913" y="6126480"/>
            <a:ext cx="2073147" cy="365125"/>
          </a:xfrm>
        </p:spPr>
        <p:txBody>
          <a:bodyPr anchor="ctr">
            <a:normAutofit/>
          </a:bodyPr>
          <a:lstStyle/>
          <a:p>
            <a:pPr>
              <a:spcAft>
                <a:spcPts val="600"/>
              </a:spcAft>
            </a:pPr>
            <a:fld id="{42CCCE39-E894-AE4B-8297-21AAF0EFFD0A}" type="datetime1">
              <a:rPr lang="en-US" smtClean="0"/>
              <a:pPr>
                <a:spcAft>
                  <a:spcPts val="600"/>
                </a:spcAft>
              </a:pPr>
              <a:t>5/19/2026</a:t>
            </a:fld>
            <a:endParaRPr lang="en-US"/>
          </a:p>
        </p:txBody>
      </p:sp>
    </p:spTree>
    <p:extLst>
      <p:ext uri="{BB962C8B-B14F-4D97-AF65-F5344CB8AC3E}">
        <p14:creationId xmlns:p14="http://schemas.microsoft.com/office/powerpoint/2010/main" val="3180466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E958E-5E8A-E4FE-CFE4-68D9B8F78D3B}"/>
              </a:ext>
            </a:extLst>
          </p:cNvPr>
          <p:cNvSpPr>
            <a:spLocks noGrp="1"/>
          </p:cNvSpPr>
          <p:nvPr>
            <p:ph type="title"/>
          </p:nvPr>
        </p:nvSpPr>
        <p:spPr>
          <a:xfrm>
            <a:off x="457200" y="457200"/>
            <a:ext cx="7315200" cy="914400"/>
          </a:xfrm>
        </p:spPr>
        <p:txBody>
          <a:bodyPr anchor="b">
            <a:normAutofit/>
          </a:bodyPr>
          <a:lstStyle/>
          <a:p>
            <a:r>
              <a:rPr lang="en-US" sz="3300"/>
              <a:t>Edge Computing and Distributed Intelligence</a:t>
            </a:r>
          </a:p>
        </p:txBody>
      </p:sp>
      <p:sp>
        <p:nvSpPr>
          <p:cNvPr id="4" name="Content Placeholder 3">
            <a:extLst>
              <a:ext uri="{FF2B5EF4-FFF2-40B4-BE49-F238E27FC236}">
                <a16:creationId xmlns:a16="http://schemas.microsoft.com/office/drawing/2014/main" id="{F4C896C4-063D-9F0A-73BC-AB08940FD3D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7200" y="1554480"/>
            <a:ext cx="7315200" cy="4480560"/>
          </a:xfrm>
        </p:spPr>
        <p:txBody>
          <a:bodyPr>
            <a:normAutofit/>
          </a:bodyPr>
          <a:lstStyle/>
          <a:p>
            <a:pPr marL="0" indent="0">
              <a:spcBef>
                <a:spcPts val="2500"/>
              </a:spcBef>
              <a:buFont typeface="Arial" panose="020B0604020202020204" pitchFamily="34" charset="0"/>
              <a:buNone/>
            </a:pPr>
            <a:r>
              <a:rPr lang="en-US" b="1"/>
              <a:t>Decentralized AI Inference</a:t>
            </a:r>
          </a:p>
          <a:p>
            <a:pPr marL="0" lvl="1" indent="0">
              <a:buFont typeface="Arial" panose="020B0604020202020204" pitchFamily="34" charset="0"/>
              <a:buNone/>
            </a:pPr>
            <a:r>
              <a:rPr lang="en-US"/>
              <a:t>Edge computing shifts AI inference from centralized clouds to local devices, reducing latency and improving privacy.</a:t>
            </a:r>
          </a:p>
          <a:p>
            <a:pPr marL="0" indent="0">
              <a:spcBef>
                <a:spcPts val="2500"/>
              </a:spcBef>
              <a:buFont typeface="Arial" panose="020B0604020202020204" pitchFamily="34" charset="0"/>
              <a:buNone/>
            </a:pPr>
            <a:r>
              <a:rPr lang="en-US" b="1"/>
              <a:t>Model Optimization Techniques</a:t>
            </a:r>
          </a:p>
          <a:p>
            <a:pPr marL="0" lvl="1" indent="0">
              <a:buFont typeface="Arial" panose="020B0604020202020204" pitchFamily="34" charset="0"/>
              <a:buNone/>
            </a:pPr>
            <a:r>
              <a:rPr lang="en-US"/>
              <a:t>Techniques like model compression and quantization enable running AI on resource-constrained edge hardware efficiently.</a:t>
            </a:r>
          </a:p>
          <a:p>
            <a:pPr marL="0" indent="0">
              <a:spcBef>
                <a:spcPts val="2500"/>
              </a:spcBef>
              <a:buFont typeface="Arial" panose="020B0604020202020204" pitchFamily="34" charset="0"/>
              <a:buNone/>
            </a:pPr>
            <a:r>
              <a:rPr lang="en-US" b="1"/>
              <a:t>Real-time Edge Applications</a:t>
            </a:r>
          </a:p>
          <a:p>
            <a:pPr marL="0" lvl="1" indent="0">
              <a:buFont typeface="Arial" panose="020B0604020202020204" pitchFamily="34" charset="0"/>
              <a:buNone/>
            </a:pPr>
            <a:r>
              <a:rPr lang="en-US"/>
              <a:t>Edge AI powers real-time applications such as autonomous driving, industrial automation, and healthcare monitoring.</a:t>
            </a:r>
          </a:p>
          <a:p>
            <a:pPr marL="0" indent="0">
              <a:spcBef>
                <a:spcPts val="2500"/>
              </a:spcBef>
              <a:buFont typeface="Arial" panose="020B0604020202020204" pitchFamily="34" charset="0"/>
              <a:buNone/>
            </a:pPr>
            <a:r>
              <a:rPr lang="en-US" b="1"/>
              <a:t>Evolving Cloud-Edge Balance</a:t>
            </a:r>
          </a:p>
          <a:p>
            <a:pPr marL="0" lvl="1" indent="0">
              <a:buFont typeface="Arial" panose="020B0604020202020204" pitchFamily="34" charset="0"/>
              <a:buNone/>
            </a:pPr>
            <a:r>
              <a:rPr lang="en-US"/>
              <a:t>Improved connectivity and hardware enable a dynamic balance between cloud and edge computing for resilient AI ecosystems.</a:t>
            </a:r>
          </a:p>
        </p:txBody>
      </p:sp>
      <p:sp>
        <p:nvSpPr>
          <p:cNvPr id="5" name="Slide Number Placeholder 4">
            <a:extLst>
              <a:ext uri="{FF2B5EF4-FFF2-40B4-BE49-F238E27FC236}">
                <a16:creationId xmlns:a16="http://schemas.microsoft.com/office/drawing/2014/main" id="{39FA4F91-E222-936D-412A-05EA30D4C7D8}"/>
              </a:ext>
            </a:extLst>
          </p:cNvPr>
          <p:cNvSpPr>
            <a:spLocks noGrp="1"/>
          </p:cNvSpPr>
          <p:nvPr>
            <p:ph type="sldNum" sz="quarter" idx="17"/>
          </p:nvPr>
        </p:nvSpPr>
        <p:spPr>
          <a:xfrm>
            <a:off x="411480" y="6126480"/>
            <a:ext cx="365760" cy="365125"/>
          </a:xfrm>
        </p:spPr>
        <p:txBody>
          <a:bodyPr anchor="ctr">
            <a:normAutofit/>
          </a:bodyPr>
          <a:lstStyle/>
          <a:p>
            <a:pPr>
              <a:spcAft>
                <a:spcPts val="600"/>
              </a:spcAft>
            </a:pPr>
            <a:fld id="{AEAA3239-9EA4-4A65-A281-97F994456D9F}" type="slidenum">
              <a:rPr lang="en-US" smtClean="0"/>
              <a:pPr>
                <a:spcAft>
                  <a:spcPts val="600"/>
                </a:spcAft>
              </a:pPr>
              <a:t>15</a:t>
            </a:fld>
            <a:endParaRPr lang="en-US"/>
          </a:p>
        </p:txBody>
      </p:sp>
      <p:sp>
        <p:nvSpPr>
          <p:cNvPr id="6" name="Footer Placeholder 5">
            <a:extLst>
              <a:ext uri="{FF2B5EF4-FFF2-40B4-BE49-F238E27FC236}">
                <a16:creationId xmlns:a16="http://schemas.microsoft.com/office/drawing/2014/main" id="{DCCA54FD-C037-4E66-76B3-984657A2F07A}"/>
              </a:ext>
            </a:extLst>
          </p:cNvPr>
          <p:cNvSpPr>
            <a:spLocks noGrp="1"/>
          </p:cNvSpPr>
          <p:nvPr>
            <p:ph type="ftr" sz="quarter" idx="16"/>
          </p:nvPr>
        </p:nvSpPr>
        <p:spPr>
          <a:xfrm>
            <a:off x="809077" y="6126480"/>
            <a:ext cx="3698529" cy="365125"/>
          </a:xfrm>
        </p:spPr>
        <p:txBody>
          <a:bodyPr anchor="ctr">
            <a:normAutofit/>
          </a:bodyPr>
          <a:lstStyle/>
          <a:p>
            <a:pPr>
              <a:spcAft>
                <a:spcPts val="600"/>
              </a:spcAft>
            </a:pPr>
            <a:r>
              <a:rPr lang="en-US"/>
              <a:t>iNTRO. Ai AND ml</a:t>
            </a:r>
          </a:p>
        </p:txBody>
      </p:sp>
      <p:sp>
        <p:nvSpPr>
          <p:cNvPr id="7" name="Date Placeholder 6">
            <a:extLst>
              <a:ext uri="{FF2B5EF4-FFF2-40B4-BE49-F238E27FC236}">
                <a16:creationId xmlns:a16="http://schemas.microsoft.com/office/drawing/2014/main" id="{DDE541B0-C3C5-4612-0ACF-AA1F34EEB956}"/>
              </a:ext>
            </a:extLst>
          </p:cNvPr>
          <p:cNvSpPr>
            <a:spLocks noGrp="1"/>
          </p:cNvSpPr>
          <p:nvPr>
            <p:ph type="dt" sz="half" idx="15"/>
          </p:nvPr>
        </p:nvSpPr>
        <p:spPr>
          <a:xfrm>
            <a:off x="5782614" y="6126480"/>
            <a:ext cx="1989786" cy="365125"/>
          </a:xfrm>
        </p:spPr>
        <p:txBody>
          <a:bodyPr anchor="ctr">
            <a:normAutofit/>
          </a:bodyPr>
          <a:lstStyle/>
          <a:p>
            <a:pPr>
              <a:spcAft>
                <a:spcPts val="600"/>
              </a:spcAft>
            </a:pPr>
            <a:fld id="{42CCCE39-E894-AE4B-8297-21AAF0EFFD0A}" type="datetime1">
              <a:rPr lang="en-US" smtClean="0"/>
              <a:pPr>
                <a:spcAft>
                  <a:spcPts val="600"/>
                </a:spcAft>
              </a:pPr>
              <a:t>5/19/2026</a:t>
            </a:fld>
            <a:endParaRPr lang="en-US"/>
          </a:p>
        </p:txBody>
      </p:sp>
      <p:pic>
        <p:nvPicPr>
          <p:cNvPr id="8" name="Content Placeholder 7" descr="Self drive, autonomous vehicle">
            <a:extLst>
              <a:ext uri="{FF2B5EF4-FFF2-40B4-BE49-F238E27FC236}">
                <a16:creationId xmlns:a16="http://schemas.microsoft.com/office/drawing/2014/main" id="{06787333-4DA3-4CAD-A26A-8D1DEAC976E8}"/>
              </a:ext>
            </a:extLst>
          </p:cNvPr>
          <p:cNvPicPr>
            <a:picLocks noGrp="1" noChangeAspect="1"/>
          </p:cNvPicPr>
          <p:nvPr>
            <p:ph type="pic" sz="quarter" idx="13"/>
          </p:nvPr>
        </p:nvPicPr>
        <p:blipFill>
          <a:blip r:embed="rId3"/>
          <a:srcRect l="34465" r="21595"/>
          <a:stretch>
            <a:fillRect/>
          </a:stretch>
        </p:blipFill>
        <p:spPr>
          <a:xfrm>
            <a:off x="8174182" y="10"/>
            <a:ext cx="4017817" cy="6857990"/>
          </a:xfrm>
        </p:spPr>
      </p:pic>
    </p:spTree>
    <p:extLst>
      <p:ext uri="{BB962C8B-B14F-4D97-AF65-F5344CB8AC3E}">
        <p14:creationId xmlns:p14="http://schemas.microsoft.com/office/powerpoint/2010/main" val="32727077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555EA-E060-40B7-7CE4-6893023E7C44}"/>
              </a:ext>
            </a:extLst>
          </p:cNvPr>
          <p:cNvSpPr>
            <a:spLocks noGrp="1"/>
          </p:cNvSpPr>
          <p:nvPr>
            <p:ph type="title"/>
          </p:nvPr>
        </p:nvSpPr>
        <p:spPr>
          <a:xfrm>
            <a:off x="8566327" y="642192"/>
            <a:ext cx="3172968" cy="2139696"/>
          </a:xfrm>
        </p:spPr>
        <p:txBody>
          <a:bodyPr anchor="b">
            <a:normAutofit/>
          </a:bodyPr>
          <a:lstStyle/>
          <a:p>
            <a:r>
              <a:rPr lang="en-US"/>
              <a:t>Conclusion: Preparing for an Intelligent Future</a:t>
            </a:r>
          </a:p>
        </p:txBody>
      </p:sp>
      <p:pic>
        <p:nvPicPr>
          <p:cNvPr id="8" name="Content Placeholder 7" descr="Abstract blockchain network background">
            <a:extLst>
              <a:ext uri="{FF2B5EF4-FFF2-40B4-BE49-F238E27FC236}">
                <a16:creationId xmlns:a16="http://schemas.microsoft.com/office/drawing/2014/main" id="{A292FAF8-96AB-4604-8E1B-D205E908347D}"/>
              </a:ext>
            </a:extLst>
          </p:cNvPr>
          <p:cNvPicPr>
            <a:picLocks noGrp="1" noChangeAspect="1"/>
          </p:cNvPicPr>
          <p:nvPr>
            <p:ph type="pic" sz="quarter" idx="13"/>
          </p:nvPr>
        </p:nvPicPr>
        <p:blipFill>
          <a:blip r:embed="rId3"/>
          <a:srcRect l="17993" r="6732" b="-1"/>
          <a:stretch>
            <a:fillRect/>
          </a:stretch>
        </p:blipFill>
        <p:spPr>
          <a:xfrm>
            <a:off x="457200" y="457200"/>
            <a:ext cx="7216147" cy="5943600"/>
          </a:xfrm>
        </p:spPr>
      </p:pic>
      <p:sp>
        <p:nvSpPr>
          <p:cNvPr id="4" name="Content Placeholder 3">
            <a:extLst>
              <a:ext uri="{FF2B5EF4-FFF2-40B4-BE49-F238E27FC236}">
                <a16:creationId xmlns:a16="http://schemas.microsoft.com/office/drawing/2014/main" id="{A64CF462-9DA2-3700-D56A-1A30513F3B2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566327" y="3011335"/>
            <a:ext cx="3162530" cy="2656250"/>
          </a:xfrm>
        </p:spPr>
        <p:txBody>
          <a:bodyPr>
            <a:normAutofit/>
          </a:bodyPr>
          <a:lstStyle/>
          <a:p>
            <a:pPr marL="0" indent="0">
              <a:lnSpc>
                <a:spcPct val="90000"/>
              </a:lnSpc>
              <a:spcBef>
                <a:spcPts val="2500"/>
              </a:spcBef>
              <a:buFont typeface="Arial" panose="020B0604020202020204" pitchFamily="34" charset="0"/>
              <a:buNone/>
            </a:pPr>
            <a:r>
              <a:rPr lang="en-US" sz="1000" b="1"/>
              <a:t>AI and ML Foundations</a:t>
            </a:r>
          </a:p>
          <a:p>
            <a:pPr marL="0" lvl="1" indent="0">
              <a:lnSpc>
                <a:spcPct val="90000"/>
              </a:lnSpc>
              <a:buFont typeface="Arial" panose="020B0604020202020204" pitchFamily="34" charset="0"/>
              <a:buNone/>
            </a:pPr>
            <a:r>
              <a:rPr lang="en-US" sz="1000"/>
              <a:t>AI and ML have evolved into essential technologies that transform software development and decision-making processes.</a:t>
            </a:r>
          </a:p>
          <a:p>
            <a:pPr marL="0" indent="0">
              <a:lnSpc>
                <a:spcPct val="90000"/>
              </a:lnSpc>
              <a:spcBef>
                <a:spcPts val="2500"/>
              </a:spcBef>
              <a:buFont typeface="Arial" panose="020B0604020202020204" pitchFamily="34" charset="0"/>
              <a:buNone/>
            </a:pPr>
            <a:r>
              <a:rPr lang="en-US" sz="1000" b="1"/>
              <a:t>Opportunities and Challenges</a:t>
            </a:r>
          </a:p>
          <a:p>
            <a:pPr marL="0" lvl="1" indent="0">
              <a:lnSpc>
                <a:spcPct val="90000"/>
              </a:lnSpc>
              <a:buFont typeface="Arial" panose="020B0604020202020204" pitchFamily="34" charset="0"/>
              <a:buNone/>
            </a:pPr>
            <a:r>
              <a:rPr lang="en-US" sz="1000"/>
              <a:t>AI offers new ways to enhance human abilities and optimize processes but raises ethical and societal concerns.</a:t>
            </a:r>
          </a:p>
          <a:p>
            <a:pPr marL="0" indent="0">
              <a:lnSpc>
                <a:spcPct val="90000"/>
              </a:lnSpc>
              <a:spcBef>
                <a:spcPts val="2500"/>
              </a:spcBef>
              <a:buFont typeface="Arial" panose="020B0604020202020204" pitchFamily="34" charset="0"/>
              <a:buNone/>
            </a:pPr>
            <a:r>
              <a:rPr lang="en-US" sz="1000" b="1"/>
              <a:t>Responsible Engagement</a:t>
            </a:r>
          </a:p>
          <a:p>
            <a:pPr marL="0" lvl="1" indent="0">
              <a:lnSpc>
                <a:spcPct val="90000"/>
              </a:lnSpc>
              <a:buFont typeface="Arial" panose="020B0604020202020204" pitchFamily="34" charset="0"/>
              <a:buNone/>
            </a:pPr>
            <a:r>
              <a:rPr lang="en-US" sz="1000"/>
              <a:t>Understanding AI's principles enables responsible, effective use and guides informed decisions on design and governance.</a:t>
            </a:r>
          </a:p>
        </p:txBody>
      </p:sp>
      <p:sp>
        <p:nvSpPr>
          <p:cNvPr id="5" name="Slide Number Placeholder 4">
            <a:extLst>
              <a:ext uri="{FF2B5EF4-FFF2-40B4-BE49-F238E27FC236}">
                <a16:creationId xmlns:a16="http://schemas.microsoft.com/office/drawing/2014/main" id="{60C6CE20-DD62-841B-7ACF-C7091B152BCB}"/>
              </a:ext>
            </a:extLst>
          </p:cNvPr>
          <p:cNvSpPr>
            <a:spLocks noGrp="1"/>
          </p:cNvSpPr>
          <p:nvPr>
            <p:ph type="sldNum" sz="quarter" idx="17"/>
          </p:nvPr>
        </p:nvSpPr>
        <p:spPr>
          <a:xfrm>
            <a:off x="8573862" y="6126480"/>
            <a:ext cx="365760" cy="365125"/>
          </a:xfrm>
        </p:spPr>
        <p:txBody>
          <a:bodyPr anchor="ctr">
            <a:normAutofit/>
          </a:bodyPr>
          <a:lstStyle/>
          <a:p>
            <a:pPr>
              <a:spcAft>
                <a:spcPts val="600"/>
              </a:spcAft>
            </a:pPr>
            <a:fld id="{AEAA3239-9EA4-4A65-A281-97F994456D9F}" type="slidenum">
              <a:rPr lang="en-US" smtClean="0"/>
              <a:pPr>
                <a:spcAft>
                  <a:spcPts val="600"/>
                </a:spcAft>
              </a:pPr>
              <a:t>16</a:t>
            </a:fld>
            <a:endParaRPr lang="en-US"/>
          </a:p>
        </p:txBody>
      </p:sp>
      <p:sp>
        <p:nvSpPr>
          <p:cNvPr id="6" name="Footer Placeholder 5">
            <a:extLst>
              <a:ext uri="{FF2B5EF4-FFF2-40B4-BE49-F238E27FC236}">
                <a16:creationId xmlns:a16="http://schemas.microsoft.com/office/drawing/2014/main" id="{68A38E7B-7E04-7A64-30F9-CCD3BA18D2FC}"/>
              </a:ext>
            </a:extLst>
          </p:cNvPr>
          <p:cNvSpPr>
            <a:spLocks noGrp="1"/>
          </p:cNvSpPr>
          <p:nvPr>
            <p:ph type="ftr" sz="quarter" idx="16"/>
          </p:nvPr>
        </p:nvSpPr>
        <p:spPr>
          <a:xfrm>
            <a:off x="8971459" y="6126480"/>
            <a:ext cx="1934123" cy="365125"/>
          </a:xfrm>
        </p:spPr>
        <p:txBody>
          <a:bodyPr anchor="ctr">
            <a:normAutofit/>
          </a:bodyPr>
          <a:lstStyle/>
          <a:p>
            <a:pPr>
              <a:spcAft>
                <a:spcPts val="600"/>
              </a:spcAft>
            </a:pPr>
            <a:r>
              <a:rPr lang="en-US"/>
              <a:t>iNTRO. Ai AND ml</a:t>
            </a:r>
          </a:p>
        </p:txBody>
      </p:sp>
      <p:sp>
        <p:nvSpPr>
          <p:cNvPr id="7" name="Date Placeholder 6">
            <a:extLst>
              <a:ext uri="{FF2B5EF4-FFF2-40B4-BE49-F238E27FC236}">
                <a16:creationId xmlns:a16="http://schemas.microsoft.com/office/drawing/2014/main" id="{B6B4BE62-F09D-8D44-453E-948B45DE808C}"/>
              </a:ext>
            </a:extLst>
          </p:cNvPr>
          <p:cNvSpPr>
            <a:spLocks noGrp="1"/>
          </p:cNvSpPr>
          <p:nvPr>
            <p:ph type="dt" sz="half" idx="15"/>
          </p:nvPr>
        </p:nvSpPr>
        <p:spPr>
          <a:xfrm>
            <a:off x="10792496" y="6126480"/>
            <a:ext cx="965564" cy="365125"/>
          </a:xfrm>
        </p:spPr>
        <p:txBody>
          <a:bodyPr anchor="ctr">
            <a:normAutofit/>
          </a:bodyPr>
          <a:lstStyle/>
          <a:p>
            <a:pPr>
              <a:spcAft>
                <a:spcPts val="600"/>
              </a:spcAft>
            </a:pPr>
            <a:fld id="{42CCCE39-E894-AE4B-8297-21AAF0EFFD0A}" type="datetime1">
              <a:rPr lang="en-US" smtClean="0"/>
              <a:pPr>
                <a:spcAft>
                  <a:spcPts val="600"/>
                </a:spcAft>
              </a:pPr>
              <a:t>5/19/2026</a:t>
            </a:fld>
            <a:endParaRPr lang="en-US"/>
          </a:p>
        </p:txBody>
      </p:sp>
    </p:spTree>
    <p:extLst>
      <p:ext uri="{BB962C8B-B14F-4D97-AF65-F5344CB8AC3E}">
        <p14:creationId xmlns:p14="http://schemas.microsoft.com/office/powerpoint/2010/main" val="40492329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Roman fresco">
  <a:themeElements>
    <a:clrScheme name="Roman Fresco">
      <a:dk1>
        <a:srgbClr val="000000"/>
      </a:dk1>
      <a:lt1>
        <a:srgbClr val="FFFFFF"/>
      </a:lt1>
      <a:dk2>
        <a:srgbClr val="000221"/>
      </a:dk2>
      <a:lt2>
        <a:srgbClr val="F3ECE1"/>
      </a:lt2>
      <a:accent1>
        <a:srgbClr val="11338A"/>
      </a:accent1>
      <a:accent2>
        <a:srgbClr val="E6B916"/>
      </a:accent2>
      <a:accent3>
        <a:srgbClr val="11338A"/>
      </a:accent3>
      <a:accent4>
        <a:srgbClr val="B9D2DF"/>
      </a:accent4>
      <a:accent5>
        <a:srgbClr val="412D2B"/>
      </a:accent5>
      <a:accent6>
        <a:srgbClr val="DB4C3F"/>
      </a:accent6>
      <a:hlink>
        <a:srgbClr val="467886"/>
      </a:hlink>
      <a:folHlink>
        <a:srgbClr val="96607D"/>
      </a:folHlink>
    </a:clrScheme>
    <a:fontScheme name="Custom 81">
      <a:majorFont>
        <a:latin typeface="Urdu Typesetting"/>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Roman Fresco_win32_EF_v3" id="{30A92FB8-B8E2-4F27-ACA7-4493C6097E8E}" vid="{A3B0A0BE-0874-4DF1-BFEB-6232807D4FE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16</Slides>
  <Notes>16</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Roman fresco</vt:lpstr>
      <vt:lpstr>Introduction to Artificial Intelligence and Machine Learning</vt:lpstr>
      <vt:lpstr>Foundations, Methods, and Future of AI</vt:lpstr>
      <vt:lpstr>Introduction to Artificial Intelligence and Machine Learning</vt:lpstr>
      <vt:lpstr>Historical Evolution from Rule-Based Logic to Learning Systems</vt:lpstr>
      <vt:lpstr>Understanding the Hierarchy: AI, Machine Learning, and Deep Learning</vt:lpstr>
      <vt:lpstr>Traditional Programming Versus Machine Learning Paradigms</vt:lpstr>
      <vt:lpstr>Data as the Fundamental Fuel of Intelligent Systems</vt:lpstr>
      <vt:lpstr>Supervised Learning and the Role of Labeled Examples</vt:lpstr>
      <vt:lpstr>Unsupervised Learning and Discovery of Hidden Structure</vt:lpstr>
      <vt:lpstr>Reinforcement Learning and Reward-Based Optimization</vt:lpstr>
      <vt:lpstr>Feature Engineering and the Model Training Process</vt:lpstr>
      <vt:lpstr>Deep Learning and Neural Network Architectures</vt:lpstr>
      <vt:lpstr>Generative AI and Large Language Models</vt:lpstr>
      <vt:lpstr>Infrastructure, GPUs, and Cloud Scalability</vt:lpstr>
      <vt:lpstr>Edge Computing and Distributed Intelligence</vt:lpstr>
      <vt:lpstr>Conclusion: Preparing for an Intelligent Future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halesbo9841@student.laccd.edu</dc:creator>
  <cp:lastModifiedBy>halesbo9841@student.laccd.edu</cp:lastModifiedBy>
  <cp:revision>112</cp:revision>
  <dcterms:modified xsi:type="dcterms:W3CDTF">2026-05-19T19:03:54Z</dcterms:modified>
</cp:coreProperties>
</file>